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95" r:id="rId3"/>
    <p:sldId id="496" r:id="rId4"/>
    <p:sldId id="506" r:id="rId5"/>
    <p:sldId id="507" r:id="rId6"/>
    <p:sldId id="502" r:id="rId7"/>
    <p:sldId id="497" r:id="rId8"/>
    <p:sldId id="508" r:id="rId9"/>
    <p:sldId id="509" r:id="rId10"/>
    <p:sldId id="510" r:id="rId11"/>
    <p:sldId id="511" r:id="rId12"/>
    <p:sldId id="503" r:id="rId13"/>
    <p:sldId id="498" r:id="rId14"/>
    <p:sldId id="512" r:id="rId15"/>
    <p:sldId id="513" r:id="rId16"/>
    <p:sldId id="514" r:id="rId17"/>
    <p:sldId id="515" r:id="rId18"/>
    <p:sldId id="504" r:id="rId19"/>
    <p:sldId id="499" r:id="rId20"/>
    <p:sldId id="516" r:id="rId21"/>
    <p:sldId id="517" r:id="rId22"/>
    <p:sldId id="518" r:id="rId23"/>
    <p:sldId id="519" r:id="rId24"/>
    <p:sldId id="520" r:id="rId25"/>
    <p:sldId id="521" r:id="rId26"/>
    <p:sldId id="522" r:id="rId27"/>
    <p:sldId id="505" r:id="rId28"/>
    <p:sldId id="500" r:id="rId29"/>
    <p:sldId id="523" r:id="rId30"/>
    <p:sldId id="524" r:id="rId31"/>
    <p:sldId id="525" r:id="rId32"/>
    <p:sldId id="501" r:id="rId33"/>
    <p:sldId id="346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202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2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44E49-B0D9-4706-868B-5889D3A25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8D9918-3AB5-4BE3-90EF-F94FC2A87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73703E-3322-40FC-8787-F3E20C23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650DC-A624-456A-A126-B8F1F838B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546143-118A-4A28-8A19-6BC35F44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82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0BB6C-6ABB-4B2B-9725-FDC1BE9C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146B91-7420-456E-BD98-D8ABE75E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BB58B1-8F09-450C-886D-B47496AE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3293CC-1DA1-4CD5-8322-6C20B1B0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1A5435-AD74-4105-9E5C-18D1B172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82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6B85F-D98C-4A1B-9F13-1F87A1148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8E2CFF-03E8-414C-AABD-26898041A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B2FCD8-1483-4FAC-8377-81D0AF500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A6A4E9-0DA6-4AEF-941B-DE110A13A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71F056-9F80-4735-98FC-FB9414495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53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580BD-B975-4AF9-9F57-5CBC534EE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25B173-E218-4879-8704-52E0ED008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82506D-508D-4CA9-A154-F079308E8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C18ABC-C9B1-4830-8AD2-83CC9E5B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4C9BCA-8CC4-44E9-97B8-AAD3C5EF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C2B09C-B6F7-47C1-BEBB-2E3C8426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47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2B039D-81CB-4899-AA9C-3B180993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298E01-7DCE-4427-9379-27DC59548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7B538C-7788-45CF-996C-6D3EB2E17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49C056-9795-4D8F-A4CE-B639129FA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C1D8B3-B497-4940-A742-1AF75D447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343125-6FA6-4950-8FE3-FDB5A288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303CE0-CE25-473A-B5E4-2FA0BB0C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AD48A5-C5FC-4EC0-B676-A9B7CC19A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9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8373AB-BBBC-4686-89C0-63CAB85C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98F6D2-F4E4-47AF-93A0-9DF6A649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44BCB8-8294-4E7D-AAD5-C1BBB21A6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F6B71C-9DFD-4420-BFB0-76438F071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076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399917-3CB4-491C-9473-890DB8B75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84501C-9879-44AD-A3B9-85E3E84D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9C6F50-07D4-487A-956A-C292F5E7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350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D4130-3573-4C55-A6D0-028F1CDA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60FE88-9209-4A5D-939C-862D68A89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A9C650-6D5F-437D-BFD2-1A0D82E6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88E517-402D-4380-B17B-35ABBD9FC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D383A3-7C92-4A5D-97F9-5313A829B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4A4F65-D1B8-4A2C-A062-41BDB28C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39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3709C-F489-4048-AEB8-663258ED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A4C458-F1BC-44FE-90B6-954DDCB15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AF3892-E433-45AD-A948-2237EE65A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E72DE0-09AA-48CB-AC0E-D768EA13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7BD1EF-F7AA-4B75-AA5A-1C34962B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8795F0-787D-450E-961D-26A2CEAE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74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3B332-42A7-4B0D-90B8-4A68F4D5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32AC77-0820-4B8F-8819-296149ECA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69B8D-6B48-4BB1-BABF-B8B945A4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032B04-6BE0-4722-8D9D-4C460EE43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52181D-D509-4B8D-822E-128878FB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34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97586C-AC2A-4FC5-A48D-4AA27BA94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9EBCCB-6E4E-43EF-95E4-BA1C7B9C2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06CA1E-3FDB-4E81-A86E-D7907DA2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6831A7-33CF-4637-835A-4AE4D272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C11E3D-8B94-4F61-AA6B-E71FAD6D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727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3A36F2-E160-491C-94CD-186B2ECDC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6E8900-3692-4DEF-8886-461D1A35D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5D4E82-7023-40EA-BEB0-D75ED3944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A7DE3-7461-4351-842C-02EB77888246}" type="datetimeFigureOut">
              <a:rPr lang="zh-CN" altLang="en-US" smtClean="0"/>
              <a:t>2020/7/20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8B27E6-965C-4D6B-9F9F-A4F41511D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84CF8E-8B64-46AC-8247-5696965B3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745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8AFBDB1-FBD6-49A6-A24F-A7A0E994B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659" y="2227988"/>
            <a:ext cx="4412300" cy="3206271"/>
          </a:xfrm>
          <a:prstGeom prst="rect">
            <a:avLst/>
          </a:prstGeom>
        </p:spPr>
      </p:pic>
      <p:grpSp>
        <p:nvGrpSpPr>
          <p:cNvPr id="220" name="组合 219">
            <a:extLst>
              <a:ext uri="{FF2B5EF4-FFF2-40B4-BE49-F238E27FC236}">
                <a16:creationId xmlns:a16="http://schemas.microsoft.com/office/drawing/2014/main" id="{DF8570F6-BD9A-4CC6-8811-FBBC3D720396}"/>
              </a:ext>
            </a:extLst>
          </p:cNvPr>
          <p:cNvGrpSpPr/>
          <p:nvPr/>
        </p:nvGrpSpPr>
        <p:grpSpPr>
          <a:xfrm>
            <a:off x="1254711" y="1375072"/>
            <a:ext cx="1497368" cy="4107856"/>
            <a:chOff x="5791550" y="296215"/>
            <a:chExt cx="385618" cy="1187811"/>
          </a:xfrm>
        </p:grpSpPr>
        <p:sp>
          <p:nvSpPr>
            <p:cNvPr id="2" name="Rectangle 1565">
              <a:extLst>
                <a:ext uri="{FF2B5EF4-FFF2-40B4-BE49-F238E27FC236}">
                  <a16:creationId xmlns:a16="http://schemas.microsoft.com/office/drawing/2014/main" id="{17B13F00-8686-4C71-8349-1B1C3DD3E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990" y="583315"/>
              <a:ext cx="87257" cy="87255"/>
            </a:xfrm>
            <a:prstGeom prst="rect">
              <a:avLst/>
            </a:prstGeom>
            <a:solidFill>
              <a:srgbClr val="CF9E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Rectangle 1566">
              <a:extLst>
                <a:ext uri="{FF2B5EF4-FFF2-40B4-BE49-F238E27FC236}">
                  <a16:creationId xmlns:a16="http://schemas.microsoft.com/office/drawing/2014/main" id="{EDD239C6-1192-40E6-BD9C-57F54989D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990" y="583315"/>
              <a:ext cx="87257" cy="87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567">
              <a:extLst>
                <a:ext uri="{FF2B5EF4-FFF2-40B4-BE49-F238E27FC236}">
                  <a16:creationId xmlns:a16="http://schemas.microsoft.com/office/drawing/2014/main" id="{38E4D7CF-FD83-4C89-A646-27D7CB34C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63303"/>
              <a:ext cx="258954" cy="121032"/>
            </a:xfrm>
            <a:custGeom>
              <a:avLst/>
              <a:gdLst>
                <a:gd name="T0" fmla="*/ 90 w 92"/>
                <a:gd name="T1" fmla="*/ 43 h 43"/>
                <a:gd name="T2" fmla="*/ 7 w 92"/>
                <a:gd name="T3" fmla="*/ 43 h 43"/>
                <a:gd name="T4" fmla="*/ 0 w 92"/>
                <a:gd name="T5" fmla="*/ 0 h 43"/>
                <a:gd name="T6" fmla="*/ 92 w 92"/>
                <a:gd name="T7" fmla="*/ 0 h 43"/>
                <a:gd name="T8" fmla="*/ 90 w 92"/>
                <a:gd name="T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43">
                  <a:moveTo>
                    <a:pt x="90" y="43"/>
                  </a:moveTo>
                  <a:lnTo>
                    <a:pt x="7" y="43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43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568">
              <a:extLst>
                <a:ext uri="{FF2B5EF4-FFF2-40B4-BE49-F238E27FC236}">
                  <a16:creationId xmlns:a16="http://schemas.microsoft.com/office/drawing/2014/main" id="{22810413-8FC8-4C32-BEC8-5C47B95F3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63303"/>
              <a:ext cx="258954" cy="121032"/>
            </a:xfrm>
            <a:custGeom>
              <a:avLst/>
              <a:gdLst>
                <a:gd name="T0" fmla="*/ 90 w 92"/>
                <a:gd name="T1" fmla="*/ 43 h 43"/>
                <a:gd name="T2" fmla="*/ 7 w 92"/>
                <a:gd name="T3" fmla="*/ 43 h 43"/>
                <a:gd name="T4" fmla="*/ 0 w 92"/>
                <a:gd name="T5" fmla="*/ 0 h 43"/>
                <a:gd name="T6" fmla="*/ 92 w 92"/>
                <a:gd name="T7" fmla="*/ 0 h 43"/>
                <a:gd name="T8" fmla="*/ 90 w 92"/>
                <a:gd name="T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43">
                  <a:moveTo>
                    <a:pt x="90" y="43"/>
                  </a:moveTo>
                  <a:lnTo>
                    <a:pt x="7" y="43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569">
              <a:extLst>
                <a:ext uri="{FF2B5EF4-FFF2-40B4-BE49-F238E27FC236}">
                  <a16:creationId xmlns:a16="http://schemas.microsoft.com/office/drawing/2014/main" id="{967DCA54-45A1-4550-974D-957D3C228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8807" y="1084335"/>
              <a:ext cx="92887" cy="388432"/>
            </a:xfrm>
            <a:custGeom>
              <a:avLst/>
              <a:gdLst>
                <a:gd name="T0" fmla="*/ 21 w 33"/>
                <a:gd name="T1" fmla="*/ 128 h 138"/>
                <a:gd name="T2" fmla="*/ 0 w 33"/>
                <a:gd name="T3" fmla="*/ 0 h 138"/>
                <a:gd name="T4" fmla="*/ 31 w 33"/>
                <a:gd name="T5" fmla="*/ 0 h 138"/>
                <a:gd name="T6" fmla="*/ 33 w 33"/>
                <a:gd name="T7" fmla="*/ 138 h 138"/>
                <a:gd name="T8" fmla="*/ 21 w 33"/>
                <a:gd name="T9" fmla="*/ 12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38">
                  <a:moveTo>
                    <a:pt x="21" y="128"/>
                  </a:moveTo>
                  <a:lnTo>
                    <a:pt x="0" y="0"/>
                  </a:lnTo>
                  <a:lnTo>
                    <a:pt x="31" y="0"/>
                  </a:lnTo>
                  <a:lnTo>
                    <a:pt x="33" y="138"/>
                  </a:lnTo>
                  <a:lnTo>
                    <a:pt x="21" y="128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1570">
              <a:extLst>
                <a:ext uri="{FF2B5EF4-FFF2-40B4-BE49-F238E27FC236}">
                  <a16:creationId xmlns:a16="http://schemas.microsoft.com/office/drawing/2014/main" id="{6282784E-EA23-4B70-9147-97264E911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8214" y="1084335"/>
              <a:ext cx="59110" cy="388432"/>
            </a:xfrm>
            <a:custGeom>
              <a:avLst/>
              <a:gdLst>
                <a:gd name="T0" fmla="*/ 7 w 9"/>
                <a:gd name="T1" fmla="*/ 0 h 58"/>
                <a:gd name="T2" fmla="*/ 5 w 9"/>
                <a:gd name="T3" fmla="*/ 0 h 58"/>
                <a:gd name="T4" fmla="*/ 0 w 9"/>
                <a:gd name="T5" fmla="*/ 36 h 58"/>
                <a:gd name="T6" fmla="*/ 0 w 9"/>
                <a:gd name="T7" fmla="*/ 36 h 58"/>
                <a:gd name="T8" fmla="*/ 3 w 9"/>
                <a:gd name="T9" fmla="*/ 54 h 58"/>
                <a:gd name="T10" fmla="*/ 8 w 9"/>
                <a:gd name="T11" fmla="*/ 58 h 58"/>
                <a:gd name="T12" fmla="*/ 7 w 9"/>
                <a:gd name="T1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58">
                  <a:moveTo>
                    <a:pt x="7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7" y="11"/>
                    <a:pt x="9" y="29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3" y="54"/>
                    <a:pt x="3" y="54"/>
                    <a:pt x="3" y="54"/>
                  </a:cubicBezTo>
                  <a:cubicBezTo>
                    <a:pt x="8" y="58"/>
                    <a:pt x="8" y="58"/>
                    <a:pt x="8" y="58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1571">
              <a:extLst>
                <a:ext uri="{FF2B5EF4-FFF2-40B4-BE49-F238E27FC236}">
                  <a16:creationId xmlns:a16="http://schemas.microsoft.com/office/drawing/2014/main" id="{319DD380-3115-4A5B-8890-C995D9B10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1084335"/>
              <a:ext cx="92887" cy="388432"/>
            </a:xfrm>
            <a:custGeom>
              <a:avLst/>
              <a:gdLst>
                <a:gd name="T0" fmla="*/ 11 w 33"/>
                <a:gd name="T1" fmla="*/ 128 h 138"/>
                <a:gd name="T2" fmla="*/ 33 w 33"/>
                <a:gd name="T3" fmla="*/ 0 h 138"/>
                <a:gd name="T4" fmla="*/ 0 w 33"/>
                <a:gd name="T5" fmla="*/ 0 h 138"/>
                <a:gd name="T6" fmla="*/ 0 w 33"/>
                <a:gd name="T7" fmla="*/ 138 h 138"/>
                <a:gd name="T8" fmla="*/ 11 w 33"/>
                <a:gd name="T9" fmla="*/ 12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38">
                  <a:moveTo>
                    <a:pt x="11" y="128"/>
                  </a:moveTo>
                  <a:lnTo>
                    <a:pt x="33" y="0"/>
                  </a:lnTo>
                  <a:lnTo>
                    <a:pt x="0" y="0"/>
                  </a:lnTo>
                  <a:lnTo>
                    <a:pt x="0" y="138"/>
                  </a:lnTo>
                  <a:lnTo>
                    <a:pt x="11" y="128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1572">
              <a:extLst>
                <a:ext uri="{FF2B5EF4-FFF2-40B4-BE49-F238E27FC236}">
                  <a16:creationId xmlns:a16="http://schemas.microsoft.com/office/drawing/2014/main" id="{F3E48D84-55BC-414B-AB2B-982A417EFA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1099" y="1084335"/>
              <a:ext cx="67553" cy="388432"/>
            </a:xfrm>
            <a:custGeom>
              <a:avLst/>
              <a:gdLst>
                <a:gd name="T0" fmla="*/ 9 w 10"/>
                <a:gd name="T1" fmla="*/ 30 h 58"/>
                <a:gd name="T2" fmla="*/ 3 w 10"/>
                <a:gd name="T3" fmla="*/ 28 h 58"/>
                <a:gd name="T4" fmla="*/ 4 w 10"/>
                <a:gd name="T5" fmla="*/ 0 h 58"/>
                <a:gd name="T6" fmla="*/ 1 w 10"/>
                <a:gd name="T7" fmla="*/ 0 h 58"/>
                <a:gd name="T8" fmla="*/ 1 w 10"/>
                <a:gd name="T9" fmla="*/ 58 h 58"/>
                <a:gd name="T10" fmla="*/ 6 w 10"/>
                <a:gd name="T11" fmla="*/ 54 h 58"/>
                <a:gd name="T12" fmla="*/ 10 w 10"/>
                <a:gd name="T13" fmla="*/ 29 h 58"/>
                <a:gd name="T14" fmla="*/ 9 w 10"/>
                <a:gd name="T15" fmla="*/ 3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58">
                  <a:moveTo>
                    <a:pt x="9" y="30"/>
                  </a:moveTo>
                  <a:cubicBezTo>
                    <a:pt x="7" y="32"/>
                    <a:pt x="4" y="31"/>
                    <a:pt x="3" y="28"/>
                  </a:cubicBezTo>
                  <a:cubicBezTo>
                    <a:pt x="0" y="19"/>
                    <a:pt x="3" y="9"/>
                    <a:pt x="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6" y="54"/>
                    <a:pt x="6" y="54"/>
                    <a:pt x="6" y="54"/>
                  </a:cubicBezTo>
                  <a:cubicBezTo>
                    <a:pt x="10" y="29"/>
                    <a:pt x="10" y="29"/>
                    <a:pt x="10" y="29"/>
                  </a:cubicBezTo>
                  <a:lnTo>
                    <a:pt x="9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1573">
              <a:extLst>
                <a:ext uri="{FF2B5EF4-FFF2-40B4-BE49-F238E27FC236}">
                  <a16:creationId xmlns:a16="http://schemas.microsoft.com/office/drawing/2014/main" id="{69E60ACB-190E-47CF-9B99-E21705A58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956" y="645239"/>
              <a:ext cx="315249" cy="318063"/>
            </a:xfrm>
            <a:custGeom>
              <a:avLst/>
              <a:gdLst>
                <a:gd name="T0" fmla="*/ 44 w 47"/>
                <a:gd name="T1" fmla="*/ 4 h 48"/>
                <a:gd name="T2" fmla="*/ 24 w 47"/>
                <a:gd name="T3" fmla="*/ 0 h 48"/>
                <a:gd name="T4" fmla="*/ 24 w 47"/>
                <a:gd name="T5" fmla="*/ 0 h 48"/>
                <a:gd name="T6" fmla="*/ 24 w 47"/>
                <a:gd name="T7" fmla="*/ 0 h 48"/>
                <a:gd name="T8" fmla="*/ 23 w 47"/>
                <a:gd name="T9" fmla="*/ 0 h 48"/>
                <a:gd name="T10" fmla="*/ 23 w 47"/>
                <a:gd name="T11" fmla="*/ 0 h 48"/>
                <a:gd name="T12" fmla="*/ 3 w 47"/>
                <a:gd name="T13" fmla="*/ 4 h 48"/>
                <a:gd name="T14" fmla="*/ 4 w 47"/>
                <a:gd name="T15" fmla="*/ 48 h 48"/>
                <a:gd name="T16" fmla="*/ 23 w 47"/>
                <a:gd name="T17" fmla="*/ 48 h 48"/>
                <a:gd name="T18" fmla="*/ 24 w 47"/>
                <a:gd name="T19" fmla="*/ 48 h 48"/>
                <a:gd name="T20" fmla="*/ 43 w 47"/>
                <a:gd name="T21" fmla="*/ 48 h 48"/>
                <a:gd name="T22" fmla="*/ 44 w 47"/>
                <a:gd name="T23" fmla="*/ 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" h="48">
                  <a:moveTo>
                    <a:pt x="44" y="4"/>
                  </a:moveTo>
                  <a:cubicBezTo>
                    <a:pt x="42" y="1"/>
                    <a:pt x="3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3" y="0"/>
                    <a:pt x="6" y="1"/>
                    <a:pt x="3" y="4"/>
                  </a:cubicBezTo>
                  <a:cubicBezTo>
                    <a:pt x="0" y="8"/>
                    <a:pt x="4" y="48"/>
                    <a:pt x="4" y="48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8"/>
                    <a:pt x="47" y="9"/>
                    <a:pt x="44" y="4"/>
                  </a:cubicBezTo>
                </a:path>
              </a:pathLst>
            </a:custGeom>
            <a:solidFill>
              <a:srgbClr val="D1D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1574">
              <a:extLst>
                <a:ext uri="{FF2B5EF4-FFF2-40B4-BE49-F238E27FC236}">
                  <a16:creationId xmlns:a16="http://schemas.microsoft.com/office/drawing/2014/main" id="{FAA06312-9BFA-4DA9-87AB-F9B209894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4139" y="650868"/>
              <a:ext cx="168883" cy="301174"/>
            </a:xfrm>
            <a:custGeom>
              <a:avLst/>
              <a:gdLst>
                <a:gd name="T0" fmla="*/ 23 w 25"/>
                <a:gd name="T1" fmla="*/ 4 h 45"/>
                <a:gd name="T2" fmla="*/ 21 w 25"/>
                <a:gd name="T3" fmla="*/ 1 h 45"/>
                <a:gd name="T4" fmla="*/ 19 w 25"/>
                <a:gd name="T5" fmla="*/ 0 h 45"/>
                <a:gd name="T6" fmla="*/ 20 w 25"/>
                <a:gd name="T7" fmla="*/ 33 h 45"/>
                <a:gd name="T8" fmla="*/ 18 w 25"/>
                <a:gd name="T9" fmla="*/ 41 h 45"/>
                <a:gd name="T10" fmla="*/ 10 w 25"/>
                <a:gd name="T11" fmla="*/ 43 h 45"/>
                <a:gd name="T12" fmla="*/ 5 w 25"/>
                <a:gd name="T13" fmla="*/ 33 h 45"/>
                <a:gd name="T14" fmla="*/ 6 w 25"/>
                <a:gd name="T15" fmla="*/ 31 h 45"/>
                <a:gd name="T16" fmla="*/ 6 w 25"/>
                <a:gd name="T17" fmla="*/ 21 h 45"/>
                <a:gd name="T18" fmla="*/ 7 w 25"/>
                <a:gd name="T19" fmla="*/ 0 h 45"/>
                <a:gd name="T20" fmla="*/ 2 w 25"/>
                <a:gd name="T21" fmla="*/ 3 h 45"/>
                <a:gd name="T22" fmla="*/ 2 w 25"/>
                <a:gd name="T23" fmla="*/ 44 h 45"/>
                <a:gd name="T24" fmla="*/ 23 w 25"/>
                <a:gd name="T25" fmla="*/ 44 h 45"/>
                <a:gd name="T26" fmla="*/ 23 w 25"/>
                <a:gd name="T27" fmla="*/ 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" h="45">
                  <a:moveTo>
                    <a:pt x="23" y="4"/>
                  </a:moveTo>
                  <a:cubicBezTo>
                    <a:pt x="23" y="2"/>
                    <a:pt x="22" y="2"/>
                    <a:pt x="21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13"/>
                    <a:pt x="18" y="21"/>
                    <a:pt x="20" y="33"/>
                  </a:cubicBezTo>
                  <a:cubicBezTo>
                    <a:pt x="20" y="36"/>
                    <a:pt x="19" y="41"/>
                    <a:pt x="18" y="41"/>
                  </a:cubicBezTo>
                  <a:cubicBezTo>
                    <a:pt x="16" y="45"/>
                    <a:pt x="13" y="43"/>
                    <a:pt x="10" y="43"/>
                  </a:cubicBezTo>
                  <a:cubicBezTo>
                    <a:pt x="7" y="42"/>
                    <a:pt x="5" y="39"/>
                    <a:pt x="5" y="33"/>
                  </a:cubicBezTo>
                  <a:cubicBezTo>
                    <a:pt x="5" y="32"/>
                    <a:pt x="5" y="32"/>
                    <a:pt x="6" y="31"/>
                  </a:cubicBezTo>
                  <a:cubicBezTo>
                    <a:pt x="5" y="27"/>
                    <a:pt x="6" y="24"/>
                    <a:pt x="6" y="21"/>
                  </a:cubicBezTo>
                  <a:cubicBezTo>
                    <a:pt x="6" y="14"/>
                    <a:pt x="11" y="11"/>
                    <a:pt x="7" y="0"/>
                  </a:cubicBezTo>
                  <a:cubicBezTo>
                    <a:pt x="6" y="0"/>
                    <a:pt x="3" y="2"/>
                    <a:pt x="2" y="3"/>
                  </a:cubicBezTo>
                  <a:cubicBezTo>
                    <a:pt x="0" y="7"/>
                    <a:pt x="2" y="44"/>
                    <a:pt x="2" y="44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3" y="44"/>
                    <a:pt x="25" y="7"/>
                    <a:pt x="23" y="4"/>
                  </a:cubicBezTo>
                </a:path>
              </a:pathLst>
            </a:custGeom>
            <a:solidFill>
              <a:srgbClr val="C7D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Rectangle 1575">
              <a:extLst>
                <a:ext uri="{FF2B5EF4-FFF2-40B4-BE49-F238E27FC236}">
                  <a16:creationId xmlns:a16="http://schemas.microsoft.com/office/drawing/2014/main" id="{5ECECDBA-A7A8-4653-B59C-8FEAAFCB3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544" y="1472767"/>
              <a:ext cx="59110" cy="1125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1576">
              <a:extLst>
                <a:ext uri="{FF2B5EF4-FFF2-40B4-BE49-F238E27FC236}">
                  <a16:creationId xmlns:a16="http://schemas.microsoft.com/office/drawing/2014/main" id="{32E65056-11D8-4235-ABC1-2417DEAF9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43599"/>
              <a:ext cx="258954" cy="19702"/>
            </a:xfrm>
            <a:custGeom>
              <a:avLst/>
              <a:gdLst>
                <a:gd name="T0" fmla="*/ 90 w 92"/>
                <a:gd name="T1" fmla="*/ 7 h 7"/>
                <a:gd name="T2" fmla="*/ 7 w 92"/>
                <a:gd name="T3" fmla="*/ 7 h 7"/>
                <a:gd name="T4" fmla="*/ 0 w 92"/>
                <a:gd name="T5" fmla="*/ 0 h 7"/>
                <a:gd name="T6" fmla="*/ 92 w 92"/>
                <a:gd name="T7" fmla="*/ 0 h 7"/>
                <a:gd name="T8" fmla="*/ 90 w 92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7">
                  <a:moveTo>
                    <a:pt x="90" y="7"/>
                  </a:moveTo>
                  <a:lnTo>
                    <a:pt x="7" y="7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1577">
              <a:extLst>
                <a:ext uri="{FF2B5EF4-FFF2-40B4-BE49-F238E27FC236}">
                  <a16:creationId xmlns:a16="http://schemas.microsoft.com/office/drawing/2014/main" id="{C2A534E6-DF68-4CCB-9FD9-69156DE1F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43599"/>
              <a:ext cx="258954" cy="19702"/>
            </a:xfrm>
            <a:custGeom>
              <a:avLst/>
              <a:gdLst>
                <a:gd name="T0" fmla="*/ 90 w 92"/>
                <a:gd name="T1" fmla="*/ 7 h 7"/>
                <a:gd name="T2" fmla="*/ 7 w 92"/>
                <a:gd name="T3" fmla="*/ 7 h 7"/>
                <a:gd name="T4" fmla="*/ 0 w 92"/>
                <a:gd name="T5" fmla="*/ 0 h 7"/>
                <a:gd name="T6" fmla="*/ 92 w 92"/>
                <a:gd name="T7" fmla="*/ 0 h 7"/>
                <a:gd name="T8" fmla="*/ 90 w 92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7">
                  <a:moveTo>
                    <a:pt x="90" y="7"/>
                  </a:moveTo>
                  <a:lnTo>
                    <a:pt x="7" y="7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1578">
              <a:extLst>
                <a:ext uri="{FF2B5EF4-FFF2-40B4-BE49-F238E27FC236}">
                  <a16:creationId xmlns:a16="http://schemas.microsoft.com/office/drawing/2014/main" id="{3F9558F9-6E89-4A05-A5DE-B7BE1E690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1444620"/>
              <a:ext cx="59110" cy="39406"/>
            </a:xfrm>
            <a:custGeom>
              <a:avLst/>
              <a:gdLst>
                <a:gd name="T0" fmla="*/ 0 w 9"/>
                <a:gd name="T1" fmla="*/ 4 h 6"/>
                <a:gd name="T2" fmla="*/ 3 w 9"/>
                <a:gd name="T3" fmla="*/ 0 h 6"/>
                <a:gd name="T4" fmla="*/ 9 w 9"/>
                <a:gd name="T5" fmla="*/ 4 h 6"/>
                <a:gd name="T6" fmla="*/ 0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0" y="4"/>
                  </a:moveTo>
                  <a:cubicBezTo>
                    <a:pt x="0" y="4"/>
                    <a:pt x="0" y="0"/>
                    <a:pt x="3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Rectangle 1579">
              <a:extLst>
                <a:ext uri="{FF2B5EF4-FFF2-40B4-BE49-F238E27FC236}">
                  <a16:creationId xmlns:a16="http://schemas.microsoft.com/office/drawing/2014/main" id="{F0681E54-04BA-4E44-9B55-E80D2E4BA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2584" y="1472767"/>
              <a:ext cx="59110" cy="1125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1580">
              <a:extLst>
                <a:ext uri="{FF2B5EF4-FFF2-40B4-BE49-F238E27FC236}">
                  <a16:creationId xmlns:a16="http://schemas.microsoft.com/office/drawing/2014/main" id="{3848DB35-098B-4E7E-9E7D-00E63B22B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584" y="1444620"/>
              <a:ext cx="59110" cy="39406"/>
            </a:xfrm>
            <a:custGeom>
              <a:avLst/>
              <a:gdLst>
                <a:gd name="T0" fmla="*/ 9 w 9"/>
                <a:gd name="T1" fmla="*/ 4 h 6"/>
                <a:gd name="T2" fmla="*/ 6 w 9"/>
                <a:gd name="T3" fmla="*/ 0 h 6"/>
                <a:gd name="T4" fmla="*/ 0 w 9"/>
                <a:gd name="T5" fmla="*/ 4 h 6"/>
                <a:gd name="T6" fmla="*/ 9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9" y="4"/>
                  </a:moveTo>
                  <a:cubicBezTo>
                    <a:pt x="9" y="4"/>
                    <a:pt x="9" y="0"/>
                    <a:pt x="6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9" y="4"/>
                    <a:pt x="9" y="4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1581">
              <a:extLst>
                <a:ext uri="{FF2B5EF4-FFF2-40B4-BE49-F238E27FC236}">
                  <a16:creationId xmlns:a16="http://schemas.microsoft.com/office/drawing/2014/main" id="{A695D0F2-1FAC-4D8A-9AF3-AE8CCD46F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1444620"/>
              <a:ext cx="59110" cy="39406"/>
            </a:xfrm>
            <a:custGeom>
              <a:avLst/>
              <a:gdLst>
                <a:gd name="T0" fmla="*/ 0 w 9"/>
                <a:gd name="T1" fmla="*/ 4 h 6"/>
                <a:gd name="T2" fmla="*/ 3 w 9"/>
                <a:gd name="T3" fmla="*/ 0 h 6"/>
                <a:gd name="T4" fmla="*/ 9 w 9"/>
                <a:gd name="T5" fmla="*/ 4 h 6"/>
                <a:gd name="T6" fmla="*/ 0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0" y="4"/>
                  </a:moveTo>
                  <a:cubicBezTo>
                    <a:pt x="0" y="4"/>
                    <a:pt x="0" y="0"/>
                    <a:pt x="3" y="0"/>
                  </a:cubicBezTo>
                  <a:cubicBezTo>
                    <a:pt x="6" y="6"/>
                    <a:pt x="9" y="2"/>
                    <a:pt x="9" y="4"/>
                  </a:cubicBezTo>
                  <a:cubicBezTo>
                    <a:pt x="9" y="6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1582">
              <a:extLst>
                <a:ext uri="{FF2B5EF4-FFF2-40B4-BE49-F238E27FC236}">
                  <a16:creationId xmlns:a16="http://schemas.microsoft.com/office/drawing/2014/main" id="{1FDD5E85-5087-4833-B17C-4FDDF0062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584" y="1444620"/>
              <a:ext cx="59110" cy="39406"/>
            </a:xfrm>
            <a:custGeom>
              <a:avLst/>
              <a:gdLst>
                <a:gd name="T0" fmla="*/ 9 w 9"/>
                <a:gd name="T1" fmla="*/ 4 h 6"/>
                <a:gd name="T2" fmla="*/ 6 w 9"/>
                <a:gd name="T3" fmla="*/ 0 h 6"/>
                <a:gd name="T4" fmla="*/ 0 w 9"/>
                <a:gd name="T5" fmla="*/ 4 h 6"/>
                <a:gd name="T6" fmla="*/ 9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9" y="4"/>
                  </a:moveTo>
                  <a:cubicBezTo>
                    <a:pt x="9" y="4"/>
                    <a:pt x="9" y="0"/>
                    <a:pt x="6" y="0"/>
                  </a:cubicBezTo>
                  <a:cubicBezTo>
                    <a:pt x="8" y="6"/>
                    <a:pt x="0" y="2"/>
                    <a:pt x="0" y="4"/>
                  </a:cubicBezTo>
                  <a:cubicBezTo>
                    <a:pt x="0" y="6"/>
                    <a:pt x="9" y="4"/>
                    <a:pt x="9" y="4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1583">
              <a:extLst>
                <a:ext uri="{FF2B5EF4-FFF2-40B4-BE49-F238E27FC236}">
                  <a16:creationId xmlns:a16="http://schemas.microsoft.com/office/drawing/2014/main" id="{F7AFE092-D4A9-475F-AD5F-7C492C72F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310288"/>
              <a:ext cx="273029" cy="306804"/>
            </a:xfrm>
            <a:custGeom>
              <a:avLst/>
              <a:gdLst>
                <a:gd name="T0" fmla="*/ 41 w 41"/>
                <a:gd name="T1" fmla="*/ 20 h 46"/>
                <a:gd name="T2" fmla="*/ 20 w 41"/>
                <a:gd name="T3" fmla="*/ 46 h 46"/>
                <a:gd name="T4" fmla="*/ 0 w 41"/>
                <a:gd name="T5" fmla="*/ 20 h 46"/>
                <a:gd name="T6" fmla="*/ 20 w 41"/>
                <a:gd name="T7" fmla="*/ 0 h 46"/>
                <a:gd name="T8" fmla="*/ 41 w 41"/>
                <a:gd name="T9" fmla="*/ 2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6">
                  <a:moveTo>
                    <a:pt x="41" y="20"/>
                  </a:moveTo>
                  <a:cubicBezTo>
                    <a:pt x="41" y="31"/>
                    <a:pt x="34" y="46"/>
                    <a:pt x="20" y="46"/>
                  </a:cubicBezTo>
                  <a:cubicBezTo>
                    <a:pt x="9" y="46"/>
                    <a:pt x="0" y="31"/>
                    <a:pt x="0" y="20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1" y="0"/>
                    <a:pt x="41" y="8"/>
                    <a:pt x="41" y="20"/>
                  </a:cubicBezTo>
                  <a:close/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1584">
              <a:extLst>
                <a:ext uri="{FF2B5EF4-FFF2-40B4-BE49-F238E27FC236}">
                  <a16:creationId xmlns:a16="http://schemas.microsoft.com/office/drawing/2014/main" id="{E9521AA3-A5CF-4C35-9E2F-90C6AE499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660" y="490430"/>
              <a:ext cx="42222" cy="87255"/>
            </a:xfrm>
            <a:custGeom>
              <a:avLst/>
              <a:gdLst>
                <a:gd name="T0" fmla="*/ 4 w 6"/>
                <a:gd name="T1" fmla="*/ 5 h 13"/>
                <a:gd name="T2" fmla="*/ 2 w 6"/>
                <a:gd name="T3" fmla="*/ 8 h 13"/>
                <a:gd name="T4" fmla="*/ 6 w 6"/>
                <a:gd name="T5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13">
                  <a:moveTo>
                    <a:pt x="4" y="5"/>
                  </a:moveTo>
                  <a:cubicBezTo>
                    <a:pt x="4" y="5"/>
                    <a:pt x="0" y="0"/>
                    <a:pt x="2" y="8"/>
                  </a:cubicBezTo>
                  <a:cubicBezTo>
                    <a:pt x="4" y="13"/>
                    <a:pt x="6" y="12"/>
                    <a:pt x="6" y="10"/>
                  </a:cubicBezTo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1585">
              <a:extLst>
                <a:ext uri="{FF2B5EF4-FFF2-40B4-BE49-F238E27FC236}">
                  <a16:creationId xmlns:a16="http://schemas.microsoft.com/office/drawing/2014/main" id="{E5CE90FB-2426-41E3-A9A5-8447FBD63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8356" y="490430"/>
              <a:ext cx="33777" cy="87255"/>
            </a:xfrm>
            <a:custGeom>
              <a:avLst/>
              <a:gdLst>
                <a:gd name="T0" fmla="*/ 2 w 5"/>
                <a:gd name="T1" fmla="*/ 5 h 13"/>
                <a:gd name="T2" fmla="*/ 3 w 5"/>
                <a:gd name="T3" fmla="*/ 8 h 13"/>
                <a:gd name="T4" fmla="*/ 0 w 5"/>
                <a:gd name="T5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13">
                  <a:moveTo>
                    <a:pt x="2" y="5"/>
                  </a:moveTo>
                  <a:cubicBezTo>
                    <a:pt x="2" y="5"/>
                    <a:pt x="5" y="0"/>
                    <a:pt x="3" y="8"/>
                  </a:cubicBezTo>
                  <a:cubicBezTo>
                    <a:pt x="2" y="13"/>
                    <a:pt x="0" y="12"/>
                    <a:pt x="0" y="10"/>
                  </a:cubicBezTo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1586">
              <a:extLst>
                <a:ext uri="{FF2B5EF4-FFF2-40B4-BE49-F238E27FC236}">
                  <a16:creationId xmlns:a16="http://schemas.microsoft.com/office/drawing/2014/main" id="{A59D93BD-8BA3-46E2-AD57-946D899A2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660" y="645239"/>
              <a:ext cx="101330" cy="298361"/>
            </a:xfrm>
            <a:custGeom>
              <a:avLst/>
              <a:gdLst>
                <a:gd name="T0" fmla="*/ 14 w 15"/>
                <a:gd name="T1" fmla="*/ 0 h 45"/>
                <a:gd name="T2" fmla="*/ 3 w 15"/>
                <a:gd name="T3" fmla="*/ 3 h 45"/>
                <a:gd name="T4" fmla="*/ 1 w 15"/>
                <a:gd name="T5" fmla="*/ 32 h 45"/>
                <a:gd name="T6" fmla="*/ 2 w 15"/>
                <a:gd name="T7" fmla="*/ 45 h 45"/>
                <a:gd name="T8" fmla="*/ 12 w 15"/>
                <a:gd name="T9" fmla="*/ 45 h 45"/>
                <a:gd name="T10" fmla="*/ 12 w 15"/>
                <a:gd name="T11" fmla="*/ 45 h 45"/>
                <a:gd name="T12" fmla="*/ 10 w 15"/>
                <a:gd name="T13" fmla="*/ 45 h 45"/>
                <a:gd name="T14" fmla="*/ 10 w 15"/>
                <a:gd name="T15" fmla="*/ 4 h 45"/>
                <a:gd name="T16" fmla="*/ 14 w 15"/>
                <a:gd name="T17" fmla="*/ 1 h 45"/>
                <a:gd name="T18" fmla="*/ 15 w 15"/>
                <a:gd name="T19" fmla="*/ 0 h 45"/>
                <a:gd name="T20" fmla="*/ 14 w 15"/>
                <a:gd name="T21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" h="45">
                  <a:moveTo>
                    <a:pt x="14" y="0"/>
                  </a:moveTo>
                  <a:cubicBezTo>
                    <a:pt x="8" y="0"/>
                    <a:pt x="3" y="3"/>
                    <a:pt x="3" y="3"/>
                  </a:cubicBezTo>
                  <a:cubicBezTo>
                    <a:pt x="3" y="3"/>
                    <a:pt x="0" y="22"/>
                    <a:pt x="1" y="32"/>
                  </a:cubicBezTo>
                  <a:cubicBezTo>
                    <a:pt x="1" y="37"/>
                    <a:pt x="1" y="42"/>
                    <a:pt x="2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0" y="45"/>
                    <a:pt x="8" y="8"/>
                    <a:pt x="10" y="4"/>
                  </a:cubicBezTo>
                  <a:cubicBezTo>
                    <a:pt x="11" y="3"/>
                    <a:pt x="13" y="1"/>
                    <a:pt x="14" y="1"/>
                  </a:cubicBezTo>
                  <a:cubicBezTo>
                    <a:pt x="15" y="1"/>
                    <a:pt x="15" y="0"/>
                    <a:pt x="15" y="0"/>
                  </a:cubicBez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solidFill>
              <a:srgbClr val="69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587">
              <a:extLst>
                <a:ext uri="{FF2B5EF4-FFF2-40B4-BE49-F238E27FC236}">
                  <a16:creationId xmlns:a16="http://schemas.microsoft.com/office/drawing/2014/main" id="{68FA9F48-A8BB-4456-A542-DDCF7045A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4139" y="650868"/>
              <a:ext cx="39406" cy="292731"/>
            </a:xfrm>
            <a:custGeom>
              <a:avLst/>
              <a:gdLst>
                <a:gd name="T0" fmla="*/ 6 w 6"/>
                <a:gd name="T1" fmla="*/ 0 h 44"/>
                <a:gd name="T2" fmla="*/ 2 w 6"/>
                <a:gd name="T3" fmla="*/ 3 h 44"/>
                <a:gd name="T4" fmla="*/ 2 w 6"/>
                <a:gd name="T5" fmla="*/ 44 h 44"/>
                <a:gd name="T6" fmla="*/ 4 w 6"/>
                <a:gd name="T7" fmla="*/ 44 h 44"/>
                <a:gd name="T8" fmla="*/ 4 w 6"/>
                <a:gd name="T9" fmla="*/ 43 h 44"/>
                <a:gd name="T10" fmla="*/ 6 w 6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4">
                  <a:moveTo>
                    <a:pt x="6" y="0"/>
                  </a:moveTo>
                  <a:cubicBezTo>
                    <a:pt x="5" y="0"/>
                    <a:pt x="3" y="2"/>
                    <a:pt x="2" y="3"/>
                  </a:cubicBezTo>
                  <a:cubicBezTo>
                    <a:pt x="0" y="7"/>
                    <a:pt x="2" y="44"/>
                    <a:pt x="2" y="44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44"/>
                    <a:pt x="4" y="43"/>
                    <a:pt x="4" y="43"/>
                  </a:cubicBezTo>
                  <a:cubicBezTo>
                    <a:pt x="3" y="36"/>
                    <a:pt x="6" y="3"/>
                    <a:pt x="6" y="0"/>
                  </a:cubicBezTo>
                </a:path>
              </a:pathLst>
            </a:custGeom>
            <a:solidFill>
              <a:srgbClr val="646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1588">
              <a:extLst>
                <a:ext uri="{FF2B5EF4-FFF2-40B4-BE49-F238E27FC236}">
                  <a16:creationId xmlns:a16="http://schemas.microsoft.com/office/drawing/2014/main" id="{78258304-929C-4A28-B06A-7F845AE53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1011152"/>
              <a:ext cx="0" cy="5629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1589">
              <a:extLst>
                <a:ext uri="{FF2B5EF4-FFF2-40B4-BE49-F238E27FC236}">
                  <a16:creationId xmlns:a16="http://schemas.microsoft.com/office/drawing/2014/main" id="{46D427CB-C40D-43BC-99A6-2C4544C09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963303"/>
              <a:ext cx="73183" cy="53479"/>
            </a:xfrm>
            <a:custGeom>
              <a:avLst/>
              <a:gdLst>
                <a:gd name="T0" fmla="*/ 2 w 11"/>
                <a:gd name="T1" fmla="*/ 0 h 8"/>
                <a:gd name="T2" fmla="*/ 0 w 11"/>
                <a:gd name="T3" fmla="*/ 0 h 8"/>
                <a:gd name="T4" fmla="*/ 0 w 11"/>
                <a:gd name="T5" fmla="*/ 7 h 8"/>
                <a:gd name="T6" fmla="*/ 0 w 11"/>
                <a:gd name="T7" fmla="*/ 8 h 8"/>
                <a:gd name="T8" fmla="*/ 11 w 11"/>
                <a:gd name="T9" fmla="*/ 8 h 8"/>
                <a:gd name="T10" fmla="*/ 10 w 11"/>
                <a:gd name="T11" fmla="*/ 0 h 8"/>
                <a:gd name="T12" fmla="*/ 2 w 11"/>
                <a:gd name="T13" fmla="*/ 0 h 8"/>
                <a:gd name="T14" fmla="*/ 2 w 11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8">
                  <a:moveTo>
                    <a:pt x="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1" y="5"/>
                    <a:pt x="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1590">
              <a:extLst>
                <a:ext uri="{FF2B5EF4-FFF2-40B4-BE49-F238E27FC236}">
                  <a16:creationId xmlns:a16="http://schemas.microsoft.com/office/drawing/2014/main" id="{2F992E73-501A-424E-864E-0813A556E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943599"/>
              <a:ext cx="14074" cy="19702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3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69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1591">
              <a:extLst>
                <a:ext uri="{FF2B5EF4-FFF2-40B4-BE49-F238E27FC236}">
                  <a16:creationId xmlns:a16="http://schemas.microsoft.com/office/drawing/2014/main" id="{8070AD5C-162A-4064-A491-22DDD7654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943599"/>
              <a:ext cx="67553" cy="19702"/>
            </a:xfrm>
            <a:custGeom>
              <a:avLst/>
              <a:gdLst>
                <a:gd name="T0" fmla="*/ 10 w 10"/>
                <a:gd name="T1" fmla="*/ 0 h 3"/>
                <a:gd name="T2" fmla="*/ 0 w 10"/>
                <a:gd name="T3" fmla="*/ 0 h 3"/>
                <a:gd name="T4" fmla="*/ 0 w 10"/>
                <a:gd name="T5" fmla="*/ 0 h 3"/>
                <a:gd name="T6" fmla="*/ 2 w 10"/>
                <a:gd name="T7" fmla="*/ 3 h 3"/>
                <a:gd name="T8" fmla="*/ 2 w 10"/>
                <a:gd name="T9" fmla="*/ 3 h 3"/>
                <a:gd name="T10" fmla="*/ 10 w 10"/>
                <a:gd name="T11" fmla="*/ 3 h 3"/>
                <a:gd name="T12" fmla="*/ 10 w 10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3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2"/>
                    <a:pt x="10" y="1"/>
                    <a:pt x="10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1592">
              <a:extLst>
                <a:ext uri="{FF2B5EF4-FFF2-40B4-BE49-F238E27FC236}">
                  <a16:creationId xmlns:a16="http://schemas.microsoft.com/office/drawing/2014/main" id="{A6FC5B0A-1A4A-4BFD-A4E7-E1A99A7E5D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4875" y="645239"/>
              <a:ext cx="73183" cy="19702"/>
            </a:xfrm>
            <a:custGeom>
              <a:avLst/>
              <a:gdLst>
                <a:gd name="T0" fmla="*/ 11 w 11"/>
                <a:gd name="T1" fmla="*/ 3 h 3"/>
                <a:gd name="T2" fmla="*/ 11 w 11"/>
                <a:gd name="T3" fmla="*/ 3 h 3"/>
                <a:gd name="T4" fmla="*/ 11 w 11"/>
                <a:gd name="T5" fmla="*/ 3 h 3"/>
                <a:gd name="T6" fmla="*/ 11 w 11"/>
                <a:gd name="T7" fmla="*/ 3 h 3"/>
                <a:gd name="T8" fmla="*/ 0 w 11"/>
                <a:gd name="T9" fmla="*/ 0 h 3"/>
                <a:gd name="T10" fmla="*/ 5 w 11"/>
                <a:gd name="T11" fmla="*/ 1 h 3"/>
                <a:gd name="T12" fmla="*/ 0 w 11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3">
                  <a:moveTo>
                    <a:pt x="11" y="3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moveTo>
                    <a:pt x="0" y="0"/>
                  </a:moveTo>
                  <a:cubicBezTo>
                    <a:pt x="2" y="1"/>
                    <a:pt x="4" y="1"/>
                    <a:pt x="5" y="1"/>
                  </a:cubicBezTo>
                  <a:cubicBezTo>
                    <a:pt x="4" y="1"/>
                    <a:pt x="2" y="0"/>
                    <a:pt x="0" y="0"/>
                  </a:cubicBezTo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1593">
              <a:extLst>
                <a:ext uri="{FF2B5EF4-FFF2-40B4-BE49-F238E27FC236}">
                  <a16:creationId xmlns:a16="http://schemas.microsoft.com/office/drawing/2014/main" id="{29F79568-F769-4B7A-AEE0-F5E649101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963303"/>
              <a:ext cx="78812" cy="53479"/>
            </a:xfrm>
            <a:custGeom>
              <a:avLst/>
              <a:gdLst>
                <a:gd name="T0" fmla="*/ 12 w 12"/>
                <a:gd name="T1" fmla="*/ 0 h 8"/>
                <a:gd name="T2" fmla="*/ 11 w 12"/>
                <a:gd name="T3" fmla="*/ 0 h 8"/>
                <a:gd name="T4" fmla="*/ 11 w 12"/>
                <a:gd name="T5" fmla="*/ 0 h 8"/>
                <a:gd name="T6" fmla="*/ 1 w 12"/>
                <a:gd name="T7" fmla="*/ 0 h 8"/>
                <a:gd name="T8" fmla="*/ 0 w 12"/>
                <a:gd name="T9" fmla="*/ 8 h 8"/>
                <a:gd name="T10" fmla="*/ 11 w 12"/>
                <a:gd name="T11" fmla="*/ 8 h 8"/>
                <a:gd name="T12" fmla="*/ 12 w 1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8">
                  <a:moveTo>
                    <a:pt x="12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5"/>
                    <a:pt x="0" y="8"/>
                    <a:pt x="0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1" y="6"/>
                    <a:pt x="12" y="0"/>
                  </a:cubicBezTo>
                </a:path>
              </a:pathLst>
            </a:cu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1594">
              <a:extLst>
                <a:ext uri="{FF2B5EF4-FFF2-40B4-BE49-F238E27FC236}">
                  <a16:creationId xmlns:a16="http://schemas.microsoft.com/office/drawing/2014/main" id="{B2038F28-D03E-4D9A-AE35-B6CFF2E8C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45239"/>
              <a:ext cx="92887" cy="318063"/>
            </a:xfrm>
            <a:custGeom>
              <a:avLst/>
              <a:gdLst>
                <a:gd name="T0" fmla="*/ 0 w 14"/>
                <a:gd name="T1" fmla="*/ 0 h 48"/>
                <a:gd name="T2" fmla="*/ 0 w 14"/>
                <a:gd name="T3" fmla="*/ 1 h 48"/>
                <a:gd name="T4" fmla="*/ 1 w 14"/>
                <a:gd name="T5" fmla="*/ 2 h 48"/>
                <a:gd name="T6" fmla="*/ 3 w 14"/>
                <a:gd name="T7" fmla="*/ 5 h 48"/>
                <a:gd name="T8" fmla="*/ 3 w 14"/>
                <a:gd name="T9" fmla="*/ 45 h 48"/>
                <a:gd name="T10" fmla="*/ 1 w 14"/>
                <a:gd name="T11" fmla="*/ 45 h 48"/>
                <a:gd name="T12" fmla="*/ 1 w 14"/>
                <a:gd name="T13" fmla="*/ 45 h 48"/>
                <a:gd name="T14" fmla="*/ 12 w 14"/>
                <a:gd name="T15" fmla="*/ 45 h 48"/>
                <a:gd name="T16" fmla="*/ 11 w 14"/>
                <a:gd name="T17" fmla="*/ 48 h 48"/>
                <a:gd name="T18" fmla="*/ 12 w 14"/>
                <a:gd name="T19" fmla="*/ 48 h 48"/>
                <a:gd name="T20" fmla="*/ 13 w 14"/>
                <a:gd name="T21" fmla="*/ 32 h 48"/>
                <a:gd name="T22" fmla="*/ 12 w 14"/>
                <a:gd name="T23" fmla="*/ 3 h 48"/>
                <a:gd name="T24" fmla="*/ 12 w 14"/>
                <a:gd name="T25" fmla="*/ 3 h 48"/>
                <a:gd name="T26" fmla="*/ 6 w 14"/>
                <a:gd name="T27" fmla="*/ 1 h 48"/>
                <a:gd name="T28" fmla="*/ 1 w 14"/>
                <a:gd name="T29" fmla="*/ 0 h 48"/>
                <a:gd name="T30" fmla="*/ 0 w 14"/>
                <a:gd name="T3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48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3"/>
                    <a:pt x="3" y="3"/>
                    <a:pt x="3" y="5"/>
                  </a:cubicBezTo>
                  <a:cubicBezTo>
                    <a:pt x="5" y="8"/>
                    <a:pt x="3" y="45"/>
                    <a:pt x="3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5"/>
                    <a:pt x="12" y="40"/>
                    <a:pt x="13" y="32"/>
                  </a:cubicBezTo>
                  <a:cubicBezTo>
                    <a:pt x="14" y="22"/>
                    <a:pt x="12" y="4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1" y="3"/>
                    <a:pt x="9" y="2"/>
                    <a:pt x="6" y="1"/>
                  </a:cubicBezTo>
                  <a:cubicBezTo>
                    <a:pt x="5" y="1"/>
                    <a:pt x="3" y="1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solidFill>
              <a:srgbClr val="69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1595">
              <a:extLst>
                <a:ext uri="{FF2B5EF4-FFF2-40B4-BE49-F238E27FC236}">
                  <a16:creationId xmlns:a16="http://schemas.microsoft.com/office/drawing/2014/main" id="{D28A8BCC-E535-474E-94D1-0C694D696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50868"/>
              <a:ext cx="33777" cy="292731"/>
            </a:xfrm>
            <a:custGeom>
              <a:avLst/>
              <a:gdLst>
                <a:gd name="T0" fmla="*/ 0 w 5"/>
                <a:gd name="T1" fmla="*/ 0 h 44"/>
                <a:gd name="T2" fmla="*/ 1 w 5"/>
                <a:gd name="T3" fmla="*/ 43 h 44"/>
                <a:gd name="T4" fmla="*/ 1 w 5"/>
                <a:gd name="T5" fmla="*/ 44 h 44"/>
                <a:gd name="T6" fmla="*/ 3 w 5"/>
                <a:gd name="T7" fmla="*/ 44 h 44"/>
                <a:gd name="T8" fmla="*/ 3 w 5"/>
                <a:gd name="T9" fmla="*/ 4 h 44"/>
                <a:gd name="T10" fmla="*/ 1 w 5"/>
                <a:gd name="T11" fmla="*/ 1 h 44"/>
                <a:gd name="T12" fmla="*/ 0 w 5"/>
                <a:gd name="T1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4">
                  <a:moveTo>
                    <a:pt x="0" y="0"/>
                  </a:moveTo>
                  <a:cubicBezTo>
                    <a:pt x="1" y="6"/>
                    <a:pt x="3" y="36"/>
                    <a:pt x="1" y="43"/>
                  </a:cubicBezTo>
                  <a:cubicBezTo>
                    <a:pt x="1" y="43"/>
                    <a:pt x="1" y="44"/>
                    <a:pt x="1" y="4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3" y="44"/>
                    <a:pt x="5" y="7"/>
                    <a:pt x="3" y="4"/>
                  </a:cubicBezTo>
                  <a:cubicBezTo>
                    <a:pt x="3" y="2"/>
                    <a:pt x="2" y="2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646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1596">
              <a:extLst>
                <a:ext uri="{FF2B5EF4-FFF2-40B4-BE49-F238E27FC236}">
                  <a16:creationId xmlns:a16="http://schemas.microsoft.com/office/drawing/2014/main" id="{22E346A2-F9A5-443D-A63E-B0701E692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4875" y="943599"/>
              <a:ext cx="73183" cy="19702"/>
            </a:xfrm>
            <a:custGeom>
              <a:avLst/>
              <a:gdLst>
                <a:gd name="T0" fmla="*/ 11 w 11"/>
                <a:gd name="T1" fmla="*/ 0 h 3"/>
                <a:gd name="T2" fmla="*/ 0 w 11"/>
                <a:gd name="T3" fmla="*/ 0 h 3"/>
                <a:gd name="T4" fmla="*/ 0 w 11"/>
                <a:gd name="T5" fmla="*/ 3 h 3"/>
                <a:gd name="T6" fmla="*/ 10 w 11"/>
                <a:gd name="T7" fmla="*/ 3 h 3"/>
                <a:gd name="T8" fmla="*/ 10 w 11"/>
                <a:gd name="T9" fmla="*/ 3 h 3"/>
                <a:gd name="T10" fmla="*/ 11 w 11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3">
                  <a:moveTo>
                    <a:pt x="1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1597">
              <a:extLst>
                <a:ext uri="{FF2B5EF4-FFF2-40B4-BE49-F238E27FC236}">
                  <a16:creationId xmlns:a16="http://schemas.microsoft.com/office/drawing/2014/main" id="{194D246C-9A06-4887-A054-3F984B52F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5031" y="645239"/>
              <a:ext cx="92887" cy="371543"/>
            </a:xfrm>
            <a:custGeom>
              <a:avLst/>
              <a:gdLst>
                <a:gd name="T0" fmla="*/ 14 w 14"/>
                <a:gd name="T1" fmla="*/ 0 h 56"/>
                <a:gd name="T2" fmla="*/ 12 w 14"/>
                <a:gd name="T3" fmla="*/ 43 h 56"/>
                <a:gd name="T4" fmla="*/ 13 w 14"/>
                <a:gd name="T5" fmla="*/ 56 h 56"/>
                <a:gd name="T6" fmla="*/ 2 w 14"/>
                <a:gd name="T7" fmla="*/ 55 h 56"/>
                <a:gd name="T8" fmla="*/ 1 w 14"/>
                <a:gd name="T9" fmla="*/ 31 h 56"/>
                <a:gd name="T10" fmla="*/ 3 w 14"/>
                <a:gd name="T11" fmla="*/ 3 h 56"/>
                <a:gd name="T12" fmla="*/ 14 w 14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56">
                  <a:moveTo>
                    <a:pt x="14" y="0"/>
                  </a:moveTo>
                  <a:cubicBezTo>
                    <a:pt x="14" y="0"/>
                    <a:pt x="11" y="35"/>
                    <a:pt x="12" y="43"/>
                  </a:cubicBezTo>
                  <a:cubicBezTo>
                    <a:pt x="13" y="50"/>
                    <a:pt x="13" y="56"/>
                    <a:pt x="13" y="56"/>
                  </a:cubicBezTo>
                  <a:cubicBezTo>
                    <a:pt x="2" y="55"/>
                    <a:pt x="2" y="55"/>
                    <a:pt x="2" y="55"/>
                  </a:cubicBezTo>
                  <a:cubicBezTo>
                    <a:pt x="2" y="55"/>
                    <a:pt x="2" y="51"/>
                    <a:pt x="1" y="31"/>
                  </a:cubicBezTo>
                  <a:cubicBezTo>
                    <a:pt x="0" y="21"/>
                    <a:pt x="3" y="3"/>
                    <a:pt x="3" y="3"/>
                  </a:cubicBezTo>
                  <a:cubicBezTo>
                    <a:pt x="3" y="3"/>
                    <a:pt x="8" y="0"/>
                    <a:pt x="14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1598">
              <a:extLst>
                <a:ext uri="{FF2B5EF4-FFF2-40B4-BE49-F238E27FC236}">
                  <a16:creationId xmlns:a16="http://schemas.microsoft.com/office/drawing/2014/main" id="{93D5F1E7-DE33-4784-A347-F99BB98C8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510" y="636795"/>
              <a:ext cx="53481" cy="174513"/>
            </a:xfrm>
            <a:custGeom>
              <a:avLst/>
              <a:gdLst>
                <a:gd name="T0" fmla="*/ 6 w 8"/>
                <a:gd name="T1" fmla="*/ 0 h 26"/>
                <a:gd name="T2" fmla="*/ 8 w 8"/>
                <a:gd name="T3" fmla="*/ 1 h 26"/>
                <a:gd name="T4" fmla="*/ 4 w 8"/>
                <a:gd name="T5" fmla="*/ 26 h 26"/>
                <a:gd name="T6" fmla="*/ 0 w 8"/>
                <a:gd name="T7" fmla="*/ 18 h 26"/>
                <a:gd name="T8" fmla="*/ 1 w 8"/>
                <a:gd name="T9" fmla="*/ 14 h 26"/>
                <a:gd name="T10" fmla="*/ 3 w 8"/>
                <a:gd name="T11" fmla="*/ 13 h 26"/>
                <a:gd name="T12" fmla="*/ 1 w 8"/>
                <a:gd name="T13" fmla="*/ 9 h 26"/>
                <a:gd name="T14" fmla="*/ 2 w 8"/>
                <a:gd name="T15" fmla="*/ 1 h 26"/>
                <a:gd name="T16" fmla="*/ 6 w 8"/>
                <a:gd name="T1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26">
                  <a:moveTo>
                    <a:pt x="6" y="0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4" y="0"/>
                    <a:pt x="6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1599">
              <a:extLst>
                <a:ext uri="{FF2B5EF4-FFF2-40B4-BE49-F238E27FC236}">
                  <a16:creationId xmlns:a16="http://schemas.microsoft.com/office/drawing/2014/main" id="{E407A7B4-7618-45C9-9CF9-F072C51BD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36795"/>
              <a:ext cx="92887" cy="379987"/>
            </a:xfrm>
            <a:custGeom>
              <a:avLst/>
              <a:gdLst>
                <a:gd name="T0" fmla="*/ 0 w 14"/>
                <a:gd name="T1" fmla="*/ 0 h 57"/>
                <a:gd name="T2" fmla="*/ 2 w 14"/>
                <a:gd name="T3" fmla="*/ 44 h 57"/>
                <a:gd name="T4" fmla="*/ 1 w 14"/>
                <a:gd name="T5" fmla="*/ 57 h 57"/>
                <a:gd name="T6" fmla="*/ 12 w 14"/>
                <a:gd name="T7" fmla="*/ 56 h 57"/>
                <a:gd name="T8" fmla="*/ 13 w 14"/>
                <a:gd name="T9" fmla="*/ 32 h 57"/>
                <a:gd name="T10" fmla="*/ 11 w 14"/>
                <a:gd name="T11" fmla="*/ 3 h 57"/>
                <a:gd name="T12" fmla="*/ 0 w 14"/>
                <a:gd name="T1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57">
                  <a:moveTo>
                    <a:pt x="0" y="0"/>
                  </a:moveTo>
                  <a:cubicBezTo>
                    <a:pt x="0" y="0"/>
                    <a:pt x="3" y="36"/>
                    <a:pt x="2" y="44"/>
                  </a:cubicBezTo>
                  <a:cubicBezTo>
                    <a:pt x="1" y="51"/>
                    <a:pt x="1" y="57"/>
                    <a:pt x="1" y="57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2" y="56"/>
                    <a:pt x="12" y="52"/>
                    <a:pt x="13" y="32"/>
                  </a:cubicBezTo>
                  <a:cubicBezTo>
                    <a:pt x="14" y="22"/>
                    <a:pt x="11" y="3"/>
                    <a:pt x="11" y="3"/>
                  </a:cubicBezTo>
                  <a:cubicBezTo>
                    <a:pt x="11" y="3"/>
                    <a:pt x="6" y="0"/>
                    <a:pt x="0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1600">
              <a:extLst>
                <a:ext uri="{FF2B5EF4-FFF2-40B4-BE49-F238E27FC236}">
                  <a16:creationId xmlns:a16="http://schemas.microsoft.com/office/drawing/2014/main" id="{0B57340A-E0D3-4A1C-8627-D7AEAF878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36795"/>
              <a:ext cx="39406" cy="174513"/>
            </a:xfrm>
            <a:custGeom>
              <a:avLst/>
              <a:gdLst>
                <a:gd name="T0" fmla="*/ 1 w 6"/>
                <a:gd name="T1" fmla="*/ 0 h 26"/>
                <a:gd name="T2" fmla="*/ 0 w 6"/>
                <a:gd name="T3" fmla="*/ 0 h 26"/>
                <a:gd name="T4" fmla="*/ 2 w 6"/>
                <a:gd name="T5" fmla="*/ 26 h 26"/>
                <a:gd name="T6" fmla="*/ 6 w 6"/>
                <a:gd name="T7" fmla="*/ 17 h 26"/>
                <a:gd name="T8" fmla="*/ 5 w 6"/>
                <a:gd name="T9" fmla="*/ 14 h 26"/>
                <a:gd name="T10" fmla="*/ 3 w 6"/>
                <a:gd name="T11" fmla="*/ 13 h 26"/>
                <a:gd name="T12" fmla="*/ 5 w 6"/>
                <a:gd name="T13" fmla="*/ 9 h 26"/>
                <a:gd name="T14" fmla="*/ 4 w 6"/>
                <a:gd name="T15" fmla="*/ 1 h 26"/>
                <a:gd name="T16" fmla="*/ 1 w 6"/>
                <a:gd name="T1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26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0"/>
                    <a:pt x="1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1601">
              <a:extLst>
                <a:ext uri="{FF2B5EF4-FFF2-40B4-BE49-F238E27FC236}">
                  <a16:creationId xmlns:a16="http://schemas.microsoft.com/office/drawing/2014/main" id="{230B1AD0-8C22-4FE0-9F00-9FABBC76C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8652" y="645239"/>
              <a:ext cx="98516" cy="258954"/>
            </a:xfrm>
            <a:custGeom>
              <a:avLst/>
              <a:gdLst>
                <a:gd name="T0" fmla="*/ 5 w 15"/>
                <a:gd name="T1" fmla="*/ 2 h 39"/>
                <a:gd name="T2" fmla="*/ 3 w 15"/>
                <a:gd name="T3" fmla="*/ 21 h 39"/>
                <a:gd name="T4" fmla="*/ 0 w 15"/>
                <a:gd name="T5" fmla="*/ 29 h 39"/>
                <a:gd name="T6" fmla="*/ 9 w 15"/>
                <a:gd name="T7" fmla="*/ 39 h 39"/>
                <a:gd name="T8" fmla="*/ 5 w 15"/>
                <a:gd name="T9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39">
                  <a:moveTo>
                    <a:pt x="5" y="2"/>
                  </a:moveTo>
                  <a:cubicBezTo>
                    <a:pt x="5" y="2"/>
                    <a:pt x="6" y="13"/>
                    <a:pt x="3" y="21"/>
                  </a:cubicBezTo>
                  <a:cubicBezTo>
                    <a:pt x="1" y="25"/>
                    <a:pt x="0" y="29"/>
                    <a:pt x="0" y="29"/>
                  </a:cubicBezTo>
                  <a:cubicBezTo>
                    <a:pt x="0" y="29"/>
                    <a:pt x="5" y="39"/>
                    <a:pt x="9" y="39"/>
                  </a:cubicBezTo>
                  <a:cubicBezTo>
                    <a:pt x="13" y="38"/>
                    <a:pt x="15" y="0"/>
                    <a:pt x="5" y="2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1602">
              <a:extLst>
                <a:ext uri="{FF2B5EF4-FFF2-40B4-BE49-F238E27FC236}">
                  <a16:creationId xmlns:a16="http://schemas.microsoft.com/office/drawing/2014/main" id="{6D4B28F7-9AB6-498B-82B2-9D28DC813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1990" y="831010"/>
              <a:ext cx="205476" cy="87255"/>
            </a:xfrm>
            <a:custGeom>
              <a:avLst/>
              <a:gdLst>
                <a:gd name="T0" fmla="*/ 28 w 31"/>
                <a:gd name="T1" fmla="*/ 11 h 13"/>
                <a:gd name="T2" fmla="*/ 0 w 31"/>
                <a:gd name="T3" fmla="*/ 6 h 13"/>
                <a:gd name="T4" fmla="*/ 3 w 31"/>
                <a:gd name="T5" fmla="*/ 0 h 13"/>
                <a:gd name="T6" fmla="*/ 14 w 31"/>
                <a:gd name="T7" fmla="*/ 1 h 13"/>
                <a:gd name="T8" fmla="*/ 28 w 31"/>
                <a:gd name="T9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3">
                  <a:moveTo>
                    <a:pt x="28" y="11"/>
                  </a:moveTo>
                  <a:cubicBezTo>
                    <a:pt x="28" y="11"/>
                    <a:pt x="17" y="13"/>
                    <a:pt x="0" y="6"/>
                  </a:cubicBezTo>
                  <a:cubicBezTo>
                    <a:pt x="0" y="6"/>
                    <a:pt x="2" y="0"/>
                    <a:pt x="3" y="0"/>
                  </a:cubicBezTo>
                  <a:cubicBezTo>
                    <a:pt x="3" y="0"/>
                    <a:pt x="8" y="1"/>
                    <a:pt x="14" y="1"/>
                  </a:cubicBezTo>
                  <a:cubicBezTo>
                    <a:pt x="18" y="1"/>
                    <a:pt x="31" y="3"/>
                    <a:pt x="28" y="11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1603">
              <a:extLst>
                <a:ext uri="{FF2B5EF4-FFF2-40B4-BE49-F238E27FC236}">
                  <a16:creationId xmlns:a16="http://schemas.microsoft.com/office/drawing/2014/main" id="{0D0D54E6-9822-4AFD-9FB4-D9B2F33B6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8652" y="656498"/>
              <a:ext cx="53481" cy="208289"/>
            </a:xfrm>
            <a:custGeom>
              <a:avLst/>
              <a:gdLst>
                <a:gd name="T0" fmla="*/ 3 w 8"/>
                <a:gd name="T1" fmla="*/ 31 h 31"/>
                <a:gd name="T2" fmla="*/ 4 w 8"/>
                <a:gd name="T3" fmla="*/ 30 h 31"/>
                <a:gd name="T4" fmla="*/ 4 w 8"/>
                <a:gd name="T5" fmla="*/ 30 h 31"/>
                <a:gd name="T6" fmla="*/ 5 w 8"/>
                <a:gd name="T7" fmla="*/ 19 h 31"/>
                <a:gd name="T8" fmla="*/ 6 w 8"/>
                <a:gd name="T9" fmla="*/ 1 h 31"/>
                <a:gd name="T10" fmla="*/ 6 w 8"/>
                <a:gd name="T11" fmla="*/ 0 h 31"/>
                <a:gd name="T12" fmla="*/ 5 w 8"/>
                <a:gd name="T13" fmla="*/ 0 h 31"/>
                <a:gd name="T14" fmla="*/ 3 w 8"/>
                <a:gd name="T15" fmla="*/ 19 h 31"/>
                <a:gd name="T16" fmla="*/ 0 w 8"/>
                <a:gd name="T17" fmla="*/ 27 h 31"/>
                <a:gd name="T18" fmla="*/ 2 w 8"/>
                <a:gd name="T19" fmla="*/ 31 h 31"/>
                <a:gd name="T20" fmla="*/ 3 w 8"/>
                <a:gd name="T2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31">
                  <a:moveTo>
                    <a:pt x="3" y="31"/>
                  </a:moveTo>
                  <a:cubicBezTo>
                    <a:pt x="3" y="31"/>
                    <a:pt x="4" y="31"/>
                    <a:pt x="4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2" y="26"/>
                    <a:pt x="3" y="22"/>
                    <a:pt x="5" y="19"/>
                  </a:cubicBezTo>
                  <a:cubicBezTo>
                    <a:pt x="8" y="13"/>
                    <a:pt x="6" y="7"/>
                    <a:pt x="6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5" y="0"/>
                    <a:pt x="6" y="11"/>
                    <a:pt x="3" y="19"/>
                  </a:cubicBezTo>
                  <a:cubicBezTo>
                    <a:pt x="1" y="23"/>
                    <a:pt x="0" y="27"/>
                    <a:pt x="0" y="27"/>
                  </a:cubicBezTo>
                  <a:cubicBezTo>
                    <a:pt x="0" y="27"/>
                    <a:pt x="1" y="29"/>
                    <a:pt x="2" y="31"/>
                  </a:cubicBezTo>
                  <a:lnTo>
                    <a:pt x="3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1604">
              <a:extLst>
                <a:ext uri="{FF2B5EF4-FFF2-40B4-BE49-F238E27FC236}">
                  <a16:creationId xmlns:a16="http://schemas.microsoft.com/office/drawing/2014/main" id="{76F14179-F486-4F3F-9059-0395027CB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1990" y="831010"/>
              <a:ext cx="151995" cy="59108"/>
            </a:xfrm>
            <a:custGeom>
              <a:avLst/>
              <a:gdLst>
                <a:gd name="T0" fmla="*/ 10 w 23"/>
                <a:gd name="T1" fmla="*/ 8 h 9"/>
                <a:gd name="T2" fmla="*/ 10 w 23"/>
                <a:gd name="T3" fmla="*/ 5 h 9"/>
                <a:gd name="T4" fmla="*/ 18 w 23"/>
                <a:gd name="T5" fmla="*/ 4 h 9"/>
                <a:gd name="T6" fmla="*/ 18 w 23"/>
                <a:gd name="T7" fmla="*/ 4 h 9"/>
                <a:gd name="T8" fmla="*/ 20 w 23"/>
                <a:gd name="T9" fmla="*/ 5 h 9"/>
                <a:gd name="T10" fmla="*/ 21 w 23"/>
                <a:gd name="T11" fmla="*/ 5 h 9"/>
                <a:gd name="T12" fmla="*/ 22 w 23"/>
                <a:gd name="T13" fmla="*/ 5 h 9"/>
                <a:gd name="T14" fmla="*/ 23 w 23"/>
                <a:gd name="T15" fmla="*/ 4 h 9"/>
                <a:gd name="T16" fmla="*/ 23 w 23"/>
                <a:gd name="T17" fmla="*/ 4 h 9"/>
                <a:gd name="T18" fmla="*/ 22 w 23"/>
                <a:gd name="T19" fmla="*/ 2 h 9"/>
                <a:gd name="T20" fmla="*/ 14 w 23"/>
                <a:gd name="T21" fmla="*/ 1 h 9"/>
                <a:gd name="T22" fmla="*/ 3 w 23"/>
                <a:gd name="T23" fmla="*/ 0 h 9"/>
                <a:gd name="T24" fmla="*/ 0 w 23"/>
                <a:gd name="T25" fmla="*/ 6 h 9"/>
                <a:gd name="T26" fmla="*/ 9 w 23"/>
                <a:gd name="T27" fmla="*/ 9 h 9"/>
                <a:gd name="T28" fmla="*/ 10 w 23"/>
                <a:gd name="T2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" h="9">
                  <a:moveTo>
                    <a:pt x="10" y="8"/>
                  </a:moveTo>
                  <a:cubicBezTo>
                    <a:pt x="9" y="7"/>
                    <a:pt x="10" y="6"/>
                    <a:pt x="10" y="5"/>
                  </a:cubicBezTo>
                  <a:cubicBezTo>
                    <a:pt x="12" y="3"/>
                    <a:pt x="15" y="2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9" y="4"/>
                    <a:pt x="20" y="5"/>
                    <a:pt x="20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2" y="5"/>
                    <a:pt x="22" y="5"/>
                  </a:cubicBezTo>
                  <a:cubicBezTo>
                    <a:pt x="22" y="5"/>
                    <a:pt x="23" y="5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3"/>
                    <a:pt x="22" y="3"/>
                    <a:pt x="22" y="2"/>
                  </a:cubicBezTo>
                  <a:cubicBezTo>
                    <a:pt x="19" y="1"/>
                    <a:pt x="16" y="1"/>
                    <a:pt x="14" y="1"/>
                  </a:cubicBezTo>
                  <a:cubicBezTo>
                    <a:pt x="8" y="1"/>
                    <a:pt x="3" y="0"/>
                    <a:pt x="3" y="0"/>
                  </a:cubicBezTo>
                  <a:cubicBezTo>
                    <a:pt x="2" y="0"/>
                    <a:pt x="0" y="6"/>
                    <a:pt x="0" y="6"/>
                  </a:cubicBezTo>
                  <a:cubicBezTo>
                    <a:pt x="3" y="7"/>
                    <a:pt x="6" y="8"/>
                    <a:pt x="9" y="9"/>
                  </a:cubicBezTo>
                  <a:lnTo>
                    <a:pt x="10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1605">
              <a:extLst>
                <a:ext uri="{FF2B5EF4-FFF2-40B4-BE49-F238E27FC236}">
                  <a16:creationId xmlns:a16="http://schemas.microsoft.com/office/drawing/2014/main" id="{A7073E32-8B96-4EB8-97F9-325FDCC7D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62" y="805679"/>
              <a:ext cx="81628" cy="25332"/>
            </a:xfrm>
            <a:custGeom>
              <a:avLst/>
              <a:gdLst>
                <a:gd name="T0" fmla="*/ 12 w 12"/>
                <a:gd name="T1" fmla="*/ 2 h 4"/>
                <a:gd name="T2" fmla="*/ 3 w 12"/>
                <a:gd name="T3" fmla="*/ 1 h 4"/>
                <a:gd name="T4" fmla="*/ 3 w 12"/>
                <a:gd name="T5" fmla="*/ 3 h 4"/>
                <a:gd name="T6" fmla="*/ 12 w 12"/>
                <a:gd name="T7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4">
                  <a:moveTo>
                    <a:pt x="12" y="2"/>
                  </a:moveTo>
                  <a:cubicBezTo>
                    <a:pt x="12" y="2"/>
                    <a:pt x="5" y="0"/>
                    <a:pt x="3" y="1"/>
                  </a:cubicBezTo>
                  <a:cubicBezTo>
                    <a:pt x="1" y="2"/>
                    <a:pt x="0" y="4"/>
                    <a:pt x="3" y="3"/>
                  </a:cubicBezTo>
                  <a:cubicBezTo>
                    <a:pt x="5" y="3"/>
                    <a:pt x="12" y="2"/>
                    <a:pt x="12" y="2"/>
                  </a:cubicBezTo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1606">
              <a:extLst>
                <a:ext uri="{FF2B5EF4-FFF2-40B4-BE49-F238E27FC236}">
                  <a16:creationId xmlns:a16="http://schemas.microsoft.com/office/drawing/2014/main" id="{FD6A5F9E-30B9-4B64-8C16-B2EFDBBF7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7180" y="645239"/>
              <a:ext cx="95701" cy="264584"/>
            </a:xfrm>
            <a:custGeom>
              <a:avLst/>
              <a:gdLst>
                <a:gd name="T0" fmla="*/ 11 w 14"/>
                <a:gd name="T1" fmla="*/ 2 h 40"/>
                <a:gd name="T2" fmla="*/ 11 w 14"/>
                <a:gd name="T3" fmla="*/ 16 h 40"/>
                <a:gd name="T4" fmla="*/ 14 w 14"/>
                <a:gd name="T5" fmla="*/ 31 h 40"/>
                <a:gd name="T6" fmla="*/ 5 w 14"/>
                <a:gd name="T7" fmla="*/ 38 h 40"/>
                <a:gd name="T8" fmla="*/ 11 w 14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40">
                  <a:moveTo>
                    <a:pt x="11" y="2"/>
                  </a:moveTo>
                  <a:cubicBezTo>
                    <a:pt x="11" y="2"/>
                    <a:pt x="9" y="9"/>
                    <a:pt x="11" y="16"/>
                  </a:cubicBezTo>
                  <a:cubicBezTo>
                    <a:pt x="13" y="22"/>
                    <a:pt x="14" y="31"/>
                    <a:pt x="14" y="31"/>
                  </a:cubicBezTo>
                  <a:cubicBezTo>
                    <a:pt x="14" y="31"/>
                    <a:pt x="8" y="40"/>
                    <a:pt x="5" y="38"/>
                  </a:cubicBezTo>
                  <a:cubicBezTo>
                    <a:pt x="1" y="37"/>
                    <a:pt x="0" y="0"/>
                    <a:pt x="11" y="2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1607">
              <a:extLst>
                <a:ext uri="{FF2B5EF4-FFF2-40B4-BE49-F238E27FC236}">
                  <a16:creationId xmlns:a16="http://schemas.microsoft.com/office/drawing/2014/main" id="{6FBE8126-85AB-46C5-815A-F88E010EF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1550" y="811308"/>
              <a:ext cx="247696" cy="112589"/>
            </a:xfrm>
            <a:custGeom>
              <a:avLst/>
              <a:gdLst>
                <a:gd name="T0" fmla="*/ 6 w 37"/>
                <a:gd name="T1" fmla="*/ 13 h 17"/>
                <a:gd name="T2" fmla="*/ 37 w 37"/>
                <a:gd name="T3" fmla="*/ 5 h 17"/>
                <a:gd name="T4" fmla="*/ 34 w 37"/>
                <a:gd name="T5" fmla="*/ 0 h 17"/>
                <a:gd name="T6" fmla="*/ 15 w 37"/>
                <a:gd name="T7" fmla="*/ 2 h 17"/>
                <a:gd name="T8" fmla="*/ 6 w 37"/>
                <a:gd name="T9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7">
                  <a:moveTo>
                    <a:pt x="6" y="13"/>
                  </a:moveTo>
                  <a:cubicBezTo>
                    <a:pt x="6" y="13"/>
                    <a:pt x="15" y="17"/>
                    <a:pt x="37" y="5"/>
                  </a:cubicBezTo>
                  <a:cubicBezTo>
                    <a:pt x="37" y="5"/>
                    <a:pt x="35" y="0"/>
                    <a:pt x="34" y="0"/>
                  </a:cubicBezTo>
                  <a:cubicBezTo>
                    <a:pt x="33" y="0"/>
                    <a:pt x="24" y="0"/>
                    <a:pt x="15" y="2"/>
                  </a:cubicBezTo>
                  <a:cubicBezTo>
                    <a:pt x="12" y="3"/>
                    <a:pt x="0" y="6"/>
                    <a:pt x="6" y="13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Freeform 1608">
              <a:extLst>
                <a:ext uri="{FF2B5EF4-FFF2-40B4-BE49-F238E27FC236}">
                  <a16:creationId xmlns:a16="http://schemas.microsoft.com/office/drawing/2014/main" id="{796FCEED-C9E3-4AFA-982B-381B6F3FF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956" y="656498"/>
              <a:ext cx="61924" cy="188585"/>
            </a:xfrm>
            <a:custGeom>
              <a:avLst/>
              <a:gdLst>
                <a:gd name="T0" fmla="*/ 3 w 9"/>
                <a:gd name="T1" fmla="*/ 1 h 28"/>
                <a:gd name="T2" fmla="*/ 3 w 9"/>
                <a:gd name="T3" fmla="*/ 16 h 28"/>
                <a:gd name="T4" fmla="*/ 6 w 9"/>
                <a:gd name="T5" fmla="*/ 23 h 28"/>
                <a:gd name="T6" fmla="*/ 6 w 9"/>
                <a:gd name="T7" fmla="*/ 28 h 28"/>
                <a:gd name="T8" fmla="*/ 9 w 9"/>
                <a:gd name="T9" fmla="*/ 27 h 28"/>
                <a:gd name="T10" fmla="*/ 6 w 9"/>
                <a:gd name="T11" fmla="*/ 14 h 28"/>
                <a:gd name="T12" fmla="*/ 6 w 9"/>
                <a:gd name="T13" fmla="*/ 0 h 28"/>
                <a:gd name="T14" fmla="*/ 3 w 9"/>
                <a:gd name="T15" fmla="*/ 0 h 28"/>
                <a:gd name="T16" fmla="*/ 3 w 9"/>
                <a:gd name="T17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28">
                  <a:moveTo>
                    <a:pt x="3" y="1"/>
                  </a:moveTo>
                  <a:cubicBezTo>
                    <a:pt x="2" y="5"/>
                    <a:pt x="0" y="11"/>
                    <a:pt x="3" y="16"/>
                  </a:cubicBezTo>
                  <a:cubicBezTo>
                    <a:pt x="4" y="18"/>
                    <a:pt x="6" y="20"/>
                    <a:pt x="6" y="23"/>
                  </a:cubicBezTo>
                  <a:cubicBezTo>
                    <a:pt x="6" y="25"/>
                    <a:pt x="6" y="26"/>
                    <a:pt x="6" y="28"/>
                  </a:cubicBezTo>
                  <a:cubicBezTo>
                    <a:pt x="7" y="28"/>
                    <a:pt x="8" y="27"/>
                    <a:pt x="9" y="27"/>
                  </a:cubicBezTo>
                  <a:cubicBezTo>
                    <a:pt x="8" y="24"/>
                    <a:pt x="8" y="19"/>
                    <a:pt x="6" y="14"/>
                  </a:cubicBezTo>
                  <a:cubicBezTo>
                    <a:pt x="4" y="7"/>
                    <a:pt x="6" y="0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lnTo>
                    <a:pt x="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1609">
              <a:extLst>
                <a:ext uri="{FF2B5EF4-FFF2-40B4-BE49-F238E27FC236}">
                  <a16:creationId xmlns:a16="http://schemas.microsoft.com/office/drawing/2014/main" id="{D17DEB5C-1962-4F0B-B719-327F91E1CE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62" y="811308"/>
              <a:ext cx="168883" cy="39406"/>
            </a:xfrm>
            <a:custGeom>
              <a:avLst/>
              <a:gdLst>
                <a:gd name="T0" fmla="*/ 0 w 25"/>
                <a:gd name="T1" fmla="*/ 5 h 6"/>
                <a:gd name="T2" fmla="*/ 20 w 25"/>
                <a:gd name="T3" fmla="*/ 1 h 6"/>
                <a:gd name="T4" fmla="*/ 23 w 25"/>
                <a:gd name="T5" fmla="*/ 6 h 6"/>
                <a:gd name="T6" fmla="*/ 25 w 25"/>
                <a:gd name="T7" fmla="*/ 5 h 6"/>
                <a:gd name="T8" fmla="*/ 22 w 25"/>
                <a:gd name="T9" fmla="*/ 0 h 6"/>
                <a:gd name="T10" fmla="*/ 3 w 25"/>
                <a:gd name="T11" fmla="*/ 2 h 6"/>
                <a:gd name="T12" fmla="*/ 0 w 25"/>
                <a:gd name="T13" fmla="*/ 3 h 6"/>
                <a:gd name="T14" fmla="*/ 0 w 25"/>
                <a:gd name="T1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6">
                  <a:moveTo>
                    <a:pt x="0" y="5"/>
                  </a:moveTo>
                  <a:cubicBezTo>
                    <a:pt x="6" y="2"/>
                    <a:pt x="15" y="2"/>
                    <a:pt x="20" y="1"/>
                  </a:cubicBezTo>
                  <a:cubicBezTo>
                    <a:pt x="22" y="1"/>
                    <a:pt x="23" y="4"/>
                    <a:pt x="23" y="6"/>
                  </a:cubicBezTo>
                  <a:cubicBezTo>
                    <a:pt x="24" y="6"/>
                    <a:pt x="24" y="5"/>
                    <a:pt x="25" y="5"/>
                  </a:cubicBezTo>
                  <a:cubicBezTo>
                    <a:pt x="25" y="5"/>
                    <a:pt x="23" y="0"/>
                    <a:pt x="22" y="0"/>
                  </a:cubicBezTo>
                  <a:cubicBezTo>
                    <a:pt x="21" y="0"/>
                    <a:pt x="12" y="0"/>
                    <a:pt x="3" y="2"/>
                  </a:cubicBezTo>
                  <a:cubicBezTo>
                    <a:pt x="3" y="2"/>
                    <a:pt x="1" y="2"/>
                    <a:pt x="0" y="3"/>
                  </a:cubicBezTo>
                  <a:cubicBezTo>
                    <a:pt x="0" y="4"/>
                    <a:pt x="0" y="4"/>
                    <a:pt x="0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1610">
              <a:extLst>
                <a:ext uri="{FF2B5EF4-FFF2-40B4-BE49-F238E27FC236}">
                  <a16:creationId xmlns:a16="http://schemas.microsoft.com/office/drawing/2014/main" id="{570D8DAF-8F44-4DC1-9EE5-4DB52BD5D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805679"/>
              <a:ext cx="64739" cy="45036"/>
            </a:xfrm>
            <a:custGeom>
              <a:avLst/>
              <a:gdLst>
                <a:gd name="T0" fmla="*/ 0 w 10"/>
                <a:gd name="T1" fmla="*/ 1 h 7"/>
                <a:gd name="T2" fmla="*/ 10 w 10"/>
                <a:gd name="T3" fmla="*/ 2 h 7"/>
                <a:gd name="T4" fmla="*/ 9 w 10"/>
                <a:gd name="T5" fmla="*/ 5 h 7"/>
                <a:gd name="T6" fmla="*/ 3 w 10"/>
                <a:gd name="T7" fmla="*/ 6 h 7"/>
                <a:gd name="T8" fmla="*/ 0 w 10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7">
                  <a:moveTo>
                    <a:pt x="0" y="1"/>
                  </a:moveTo>
                  <a:cubicBezTo>
                    <a:pt x="0" y="1"/>
                    <a:pt x="7" y="0"/>
                    <a:pt x="10" y="2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5" y="7"/>
                    <a:pt x="3" y="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Rectangle 1611">
              <a:extLst>
                <a:ext uri="{FF2B5EF4-FFF2-40B4-BE49-F238E27FC236}">
                  <a16:creationId xmlns:a16="http://schemas.microsoft.com/office/drawing/2014/main" id="{AD06F6A4-A45D-4FBC-B95F-F5D67122E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990" y="631166"/>
              <a:ext cx="78812" cy="19702"/>
            </a:xfrm>
            <a:prstGeom prst="rect">
              <a:avLst/>
            </a:prstGeom>
            <a:solidFill>
              <a:srgbClr val="C5C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Freeform 1613">
              <a:extLst>
                <a:ext uri="{FF2B5EF4-FFF2-40B4-BE49-F238E27FC236}">
                  <a16:creationId xmlns:a16="http://schemas.microsoft.com/office/drawing/2014/main" id="{D711B959-8CED-48E1-BD27-B62A95A11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1395" y="631166"/>
              <a:ext cx="47851" cy="19702"/>
            </a:xfrm>
            <a:custGeom>
              <a:avLst/>
              <a:gdLst>
                <a:gd name="T0" fmla="*/ 0 w 7"/>
                <a:gd name="T1" fmla="*/ 0 h 3"/>
                <a:gd name="T2" fmla="*/ 2 w 7"/>
                <a:gd name="T3" fmla="*/ 3 h 3"/>
                <a:gd name="T4" fmla="*/ 7 w 7"/>
                <a:gd name="T5" fmla="*/ 3 h 3"/>
                <a:gd name="T6" fmla="*/ 7 w 7"/>
                <a:gd name="T7" fmla="*/ 0 h 3"/>
                <a:gd name="T8" fmla="*/ 0 w 7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cubicBezTo>
                    <a:pt x="0" y="0"/>
                    <a:pt x="3" y="2"/>
                    <a:pt x="2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E5EA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Freeform 1614">
              <a:extLst>
                <a:ext uri="{FF2B5EF4-FFF2-40B4-BE49-F238E27FC236}">
                  <a16:creationId xmlns:a16="http://schemas.microsoft.com/office/drawing/2014/main" id="{9CB661DD-AB71-4600-9D0B-68EDE3180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5765" y="650870"/>
              <a:ext cx="19704" cy="14073"/>
            </a:xfrm>
            <a:custGeom>
              <a:avLst/>
              <a:gdLst>
                <a:gd name="T0" fmla="*/ 0 w 7"/>
                <a:gd name="T1" fmla="*/ 0 h 5"/>
                <a:gd name="T2" fmla="*/ 7 w 7"/>
                <a:gd name="T3" fmla="*/ 0 h 5"/>
                <a:gd name="T4" fmla="*/ 4 w 7"/>
                <a:gd name="T5" fmla="*/ 5 h 5"/>
                <a:gd name="T6" fmla="*/ 0 w 7"/>
                <a:gd name="T7" fmla="*/ 5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7" y="0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Freeform 1615">
              <a:extLst>
                <a:ext uri="{FF2B5EF4-FFF2-40B4-BE49-F238E27FC236}">
                  <a16:creationId xmlns:a16="http://schemas.microsoft.com/office/drawing/2014/main" id="{D77BAA93-F12A-4114-AE8C-38D8A47AB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7322" y="636795"/>
              <a:ext cx="28147" cy="14073"/>
            </a:xfrm>
            <a:custGeom>
              <a:avLst/>
              <a:gdLst>
                <a:gd name="T0" fmla="*/ 4 w 4"/>
                <a:gd name="T1" fmla="*/ 2 h 2"/>
                <a:gd name="T2" fmla="*/ 4 w 4"/>
                <a:gd name="T3" fmla="*/ 0 h 2"/>
                <a:gd name="T4" fmla="*/ 1 w 4"/>
                <a:gd name="T5" fmla="*/ 0 h 2"/>
                <a:gd name="T6" fmla="*/ 1 w 4"/>
                <a:gd name="T7" fmla="*/ 2 h 2"/>
                <a:gd name="T8" fmla="*/ 4 w 4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cubicBezTo>
                    <a:pt x="4" y="2"/>
                    <a:pt x="4" y="1"/>
                    <a:pt x="4" y="0"/>
                  </a:cubicBezTo>
                  <a:cubicBezTo>
                    <a:pt x="3" y="0"/>
                    <a:pt x="1" y="0"/>
                    <a:pt x="1" y="0"/>
                  </a:cubicBezTo>
                  <a:cubicBezTo>
                    <a:pt x="1" y="1"/>
                    <a:pt x="0" y="2"/>
                    <a:pt x="1" y="2"/>
                  </a:cubicBezTo>
                  <a:cubicBezTo>
                    <a:pt x="1" y="2"/>
                    <a:pt x="4" y="2"/>
                    <a:pt x="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Freeform 1616">
              <a:extLst>
                <a:ext uri="{FF2B5EF4-FFF2-40B4-BE49-F238E27FC236}">
                  <a16:creationId xmlns:a16="http://schemas.microsoft.com/office/drawing/2014/main" id="{1611050C-5B00-471D-BD65-26777C753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64943"/>
              <a:ext cx="39406" cy="132291"/>
            </a:xfrm>
            <a:custGeom>
              <a:avLst/>
              <a:gdLst>
                <a:gd name="T0" fmla="*/ 14 w 14"/>
                <a:gd name="T1" fmla="*/ 47 h 47"/>
                <a:gd name="T2" fmla="*/ 0 w 14"/>
                <a:gd name="T3" fmla="*/ 47 h 47"/>
                <a:gd name="T4" fmla="*/ 5 w 14"/>
                <a:gd name="T5" fmla="*/ 0 h 47"/>
                <a:gd name="T6" fmla="*/ 9 w 14"/>
                <a:gd name="T7" fmla="*/ 0 h 47"/>
                <a:gd name="T8" fmla="*/ 14 w 14"/>
                <a:gd name="T9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47">
                  <a:moveTo>
                    <a:pt x="14" y="47"/>
                  </a:moveTo>
                  <a:lnTo>
                    <a:pt x="0" y="47"/>
                  </a:lnTo>
                  <a:lnTo>
                    <a:pt x="5" y="0"/>
                  </a:lnTo>
                  <a:lnTo>
                    <a:pt x="9" y="0"/>
                  </a:lnTo>
                  <a:lnTo>
                    <a:pt x="14" y="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Freeform 1617">
              <a:extLst>
                <a:ext uri="{FF2B5EF4-FFF2-40B4-BE49-F238E27FC236}">
                  <a16:creationId xmlns:a16="http://schemas.microsoft.com/office/drawing/2014/main" id="{12D65836-9EC3-4E76-AA45-FE9D1291E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7235"/>
              <a:ext cx="39406" cy="14073"/>
            </a:xfrm>
            <a:custGeom>
              <a:avLst/>
              <a:gdLst>
                <a:gd name="T0" fmla="*/ 2 w 14"/>
                <a:gd name="T1" fmla="*/ 5 h 5"/>
                <a:gd name="T2" fmla="*/ 0 w 14"/>
                <a:gd name="T3" fmla="*/ 0 h 5"/>
                <a:gd name="T4" fmla="*/ 14 w 14"/>
                <a:gd name="T5" fmla="*/ 0 h 5"/>
                <a:gd name="T6" fmla="*/ 12 w 14"/>
                <a:gd name="T7" fmla="*/ 5 h 5"/>
                <a:gd name="T8" fmla="*/ 2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2" y="5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12" y="5"/>
                  </a:lnTo>
                  <a:lnTo>
                    <a:pt x="2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Freeform 1618">
              <a:extLst>
                <a:ext uri="{FF2B5EF4-FFF2-40B4-BE49-F238E27FC236}">
                  <a16:creationId xmlns:a16="http://schemas.microsoft.com/office/drawing/2014/main" id="{8410B92F-6A34-4A80-95C1-7BC387CE2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5469" y="636795"/>
              <a:ext cx="5629" cy="14073"/>
            </a:xfrm>
            <a:custGeom>
              <a:avLst/>
              <a:gdLst>
                <a:gd name="T0" fmla="*/ 0 w 1"/>
                <a:gd name="T1" fmla="*/ 2 h 2"/>
                <a:gd name="T2" fmla="*/ 1 w 1"/>
                <a:gd name="T3" fmla="*/ 2 h 2"/>
                <a:gd name="T4" fmla="*/ 0 w 1"/>
                <a:gd name="T5" fmla="*/ 0 h 2"/>
                <a:gd name="T6" fmla="*/ 0 w 1"/>
                <a:gd name="T7" fmla="*/ 0 h 2"/>
                <a:gd name="T8" fmla="*/ 0 w 1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Freeform 1619">
              <a:extLst>
                <a:ext uri="{FF2B5EF4-FFF2-40B4-BE49-F238E27FC236}">
                  <a16:creationId xmlns:a16="http://schemas.microsoft.com/office/drawing/2014/main" id="{4DC5F6E7-C0CB-4686-9018-475442C2E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7322" y="636795"/>
              <a:ext cx="8445" cy="14073"/>
            </a:xfrm>
            <a:custGeom>
              <a:avLst/>
              <a:gdLst>
                <a:gd name="T0" fmla="*/ 0 w 1"/>
                <a:gd name="T1" fmla="*/ 2 h 2"/>
                <a:gd name="T2" fmla="*/ 0 w 1"/>
                <a:gd name="T3" fmla="*/ 2 h 2"/>
                <a:gd name="T4" fmla="*/ 1 w 1"/>
                <a:gd name="T5" fmla="*/ 0 h 2"/>
                <a:gd name="T6" fmla="*/ 1 w 1"/>
                <a:gd name="T7" fmla="*/ 0 h 2"/>
                <a:gd name="T8" fmla="*/ 0 w 1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Freeform 1620">
              <a:extLst>
                <a:ext uri="{FF2B5EF4-FFF2-40B4-BE49-F238E27FC236}">
                  <a16:creationId xmlns:a16="http://schemas.microsoft.com/office/drawing/2014/main" id="{78F7B544-628E-45DC-85C9-1B7503E6C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3545" y="631166"/>
              <a:ext cx="47851" cy="19702"/>
            </a:xfrm>
            <a:custGeom>
              <a:avLst/>
              <a:gdLst>
                <a:gd name="T0" fmla="*/ 7 w 7"/>
                <a:gd name="T1" fmla="*/ 0 h 3"/>
                <a:gd name="T2" fmla="*/ 5 w 7"/>
                <a:gd name="T3" fmla="*/ 3 h 3"/>
                <a:gd name="T4" fmla="*/ 1 w 7"/>
                <a:gd name="T5" fmla="*/ 3 h 3"/>
                <a:gd name="T6" fmla="*/ 1 w 7"/>
                <a:gd name="T7" fmla="*/ 0 h 3"/>
                <a:gd name="T8" fmla="*/ 7 w 7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cubicBezTo>
                    <a:pt x="7" y="0"/>
                    <a:pt x="5" y="1"/>
                    <a:pt x="5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1"/>
                    <a:pt x="1" y="0"/>
                  </a:cubicBezTo>
                  <a:cubicBezTo>
                    <a:pt x="1" y="0"/>
                    <a:pt x="6" y="0"/>
                    <a:pt x="7" y="0"/>
                  </a:cubicBezTo>
                  <a:close/>
                </a:path>
              </a:pathLst>
            </a:custGeom>
            <a:solidFill>
              <a:srgbClr val="E5EA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Freeform 1621">
              <a:extLst>
                <a:ext uri="{FF2B5EF4-FFF2-40B4-BE49-F238E27FC236}">
                  <a16:creationId xmlns:a16="http://schemas.microsoft.com/office/drawing/2014/main" id="{9283FDDF-EC13-4823-9486-9E92997A8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8058" y="783161"/>
              <a:ext cx="39406" cy="126662"/>
            </a:xfrm>
            <a:custGeom>
              <a:avLst/>
              <a:gdLst>
                <a:gd name="T0" fmla="*/ 6 w 6"/>
                <a:gd name="T1" fmla="*/ 0 h 19"/>
                <a:gd name="T2" fmla="*/ 4 w 6"/>
                <a:gd name="T3" fmla="*/ 17 h 19"/>
                <a:gd name="T4" fmla="*/ 1 w 6"/>
                <a:gd name="T5" fmla="*/ 11 h 19"/>
                <a:gd name="T6" fmla="*/ 3 w 6"/>
                <a:gd name="T7" fmla="*/ 15 h 19"/>
                <a:gd name="T8" fmla="*/ 4 w 6"/>
                <a:gd name="T9" fmla="*/ 5 h 19"/>
                <a:gd name="T10" fmla="*/ 6 w 6"/>
                <a:gd name="T1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9">
                  <a:moveTo>
                    <a:pt x="6" y="0"/>
                  </a:moveTo>
                  <a:cubicBezTo>
                    <a:pt x="6" y="0"/>
                    <a:pt x="5" y="16"/>
                    <a:pt x="4" y="17"/>
                  </a:cubicBezTo>
                  <a:cubicBezTo>
                    <a:pt x="2" y="18"/>
                    <a:pt x="3" y="13"/>
                    <a:pt x="1" y="11"/>
                  </a:cubicBezTo>
                  <a:cubicBezTo>
                    <a:pt x="0" y="8"/>
                    <a:pt x="2" y="11"/>
                    <a:pt x="3" y="15"/>
                  </a:cubicBezTo>
                  <a:cubicBezTo>
                    <a:pt x="3" y="19"/>
                    <a:pt x="4" y="11"/>
                    <a:pt x="4" y="5"/>
                  </a:cubicBezTo>
                  <a:cubicBezTo>
                    <a:pt x="3" y="0"/>
                    <a:pt x="5" y="12"/>
                    <a:pt x="6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Freeform 1622">
              <a:extLst>
                <a:ext uri="{FF2B5EF4-FFF2-40B4-BE49-F238E27FC236}">
                  <a16:creationId xmlns:a16="http://schemas.microsoft.com/office/drawing/2014/main" id="{D1C17168-E678-40E1-9103-5B0765B71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1252" y="791606"/>
              <a:ext cx="39406" cy="118218"/>
            </a:xfrm>
            <a:custGeom>
              <a:avLst/>
              <a:gdLst>
                <a:gd name="T0" fmla="*/ 0 w 6"/>
                <a:gd name="T1" fmla="*/ 0 h 18"/>
                <a:gd name="T2" fmla="*/ 2 w 6"/>
                <a:gd name="T3" fmla="*/ 16 h 18"/>
                <a:gd name="T4" fmla="*/ 5 w 6"/>
                <a:gd name="T5" fmla="*/ 10 h 18"/>
                <a:gd name="T6" fmla="*/ 3 w 6"/>
                <a:gd name="T7" fmla="*/ 14 h 18"/>
                <a:gd name="T8" fmla="*/ 2 w 6"/>
                <a:gd name="T9" fmla="*/ 5 h 18"/>
                <a:gd name="T10" fmla="*/ 0 w 6"/>
                <a:gd name="T11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8">
                  <a:moveTo>
                    <a:pt x="0" y="0"/>
                  </a:moveTo>
                  <a:cubicBezTo>
                    <a:pt x="0" y="0"/>
                    <a:pt x="1" y="15"/>
                    <a:pt x="2" y="16"/>
                  </a:cubicBezTo>
                  <a:cubicBezTo>
                    <a:pt x="4" y="17"/>
                    <a:pt x="3" y="13"/>
                    <a:pt x="5" y="10"/>
                  </a:cubicBezTo>
                  <a:cubicBezTo>
                    <a:pt x="6" y="8"/>
                    <a:pt x="4" y="10"/>
                    <a:pt x="3" y="14"/>
                  </a:cubicBezTo>
                  <a:cubicBezTo>
                    <a:pt x="3" y="18"/>
                    <a:pt x="2" y="10"/>
                    <a:pt x="2" y="5"/>
                  </a:cubicBezTo>
                  <a:cubicBezTo>
                    <a:pt x="3" y="0"/>
                    <a:pt x="1" y="11"/>
                    <a:pt x="0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Freeform 1623">
              <a:extLst>
                <a:ext uri="{FF2B5EF4-FFF2-40B4-BE49-F238E27FC236}">
                  <a16:creationId xmlns:a16="http://schemas.microsoft.com/office/drawing/2014/main" id="{10E59D2D-4FDA-49FD-9A9E-1B092B793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57829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Freeform 1624">
              <a:extLst>
                <a:ext uri="{FF2B5EF4-FFF2-40B4-BE49-F238E27FC236}">
                  <a16:creationId xmlns:a16="http://schemas.microsoft.com/office/drawing/2014/main" id="{C6FC17E9-35E2-4C0F-9048-DD8359E33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5782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Freeform 1625">
              <a:extLst>
                <a:ext uri="{FF2B5EF4-FFF2-40B4-BE49-F238E27FC236}">
                  <a16:creationId xmlns:a16="http://schemas.microsoft.com/office/drawing/2014/main" id="{0BB37B49-7B30-4A5F-B032-28AA27807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6345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Freeform 1626">
              <a:extLst>
                <a:ext uri="{FF2B5EF4-FFF2-40B4-BE49-F238E27FC236}">
                  <a16:creationId xmlns:a16="http://schemas.microsoft.com/office/drawing/2014/main" id="{893932E8-0CDF-43D4-8FD5-B85E9966C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71902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Freeform 1627">
              <a:extLst>
                <a:ext uri="{FF2B5EF4-FFF2-40B4-BE49-F238E27FC236}">
                  <a16:creationId xmlns:a16="http://schemas.microsoft.com/office/drawing/2014/main" id="{951F426E-0B83-4C35-983B-4DEDB8F62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77531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Freeform 1628">
              <a:extLst>
                <a:ext uri="{FF2B5EF4-FFF2-40B4-BE49-F238E27FC236}">
                  <a16:creationId xmlns:a16="http://schemas.microsoft.com/office/drawing/2014/main" id="{24FCA1B6-58CB-49B8-A89F-ED3053230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77531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Freeform 1629">
              <a:extLst>
                <a:ext uri="{FF2B5EF4-FFF2-40B4-BE49-F238E27FC236}">
                  <a16:creationId xmlns:a16="http://schemas.microsoft.com/office/drawing/2014/main" id="{B01C94DA-00ED-4DA8-801B-65CB877E1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83161"/>
              <a:ext cx="39406" cy="22518"/>
            </a:xfrm>
            <a:custGeom>
              <a:avLst/>
              <a:gdLst>
                <a:gd name="T0" fmla="*/ 0 w 14"/>
                <a:gd name="T1" fmla="*/ 5 h 8"/>
                <a:gd name="T2" fmla="*/ 14 w 14"/>
                <a:gd name="T3" fmla="*/ 0 h 8"/>
                <a:gd name="T4" fmla="*/ 14 w 14"/>
                <a:gd name="T5" fmla="*/ 0 h 8"/>
                <a:gd name="T6" fmla="*/ 0 w 14"/>
                <a:gd name="T7" fmla="*/ 8 h 8"/>
                <a:gd name="T8" fmla="*/ 0 w 14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Freeform 1630">
              <a:extLst>
                <a:ext uri="{FF2B5EF4-FFF2-40B4-BE49-F238E27FC236}">
                  <a16:creationId xmlns:a16="http://schemas.microsoft.com/office/drawing/2014/main" id="{5C292C82-CA06-4EE4-B328-15471C453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1606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Freeform 1631">
              <a:extLst>
                <a:ext uri="{FF2B5EF4-FFF2-40B4-BE49-F238E27FC236}">
                  <a16:creationId xmlns:a16="http://schemas.microsoft.com/office/drawing/2014/main" id="{1163D7F2-DAF5-4281-85DD-E43B2D3F0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1606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Freeform 1632">
              <a:extLst>
                <a:ext uri="{FF2B5EF4-FFF2-40B4-BE49-F238E27FC236}">
                  <a16:creationId xmlns:a16="http://schemas.microsoft.com/office/drawing/2014/main" id="{C771C5C1-A699-4F30-BAD5-759FDED19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723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Freeform 1633">
              <a:extLst>
                <a:ext uri="{FF2B5EF4-FFF2-40B4-BE49-F238E27FC236}">
                  <a16:creationId xmlns:a16="http://schemas.microsoft.com/office/drawing/2014/main" id="{12BEF2BB-8F4D-4213-84D1-99462C751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805679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Freeform 1634">
              <a:extLst>
                <a:ext uri="{FF2B5EF4-FFF2-40B4-BE49-F238E27FC236}">
                  <a16:creationId xmlns:a16="http://schemas.microsoft.com/office/drawing/2014/main" id="{C68C8829-29C2-4B75-A17A-A98500413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80567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Freeform 1635">
              <a:extLst>
                <a:ext uri="{FF2B5EF4-FFF2-40B4-BE49-F238E27FC236}">
                  <a16:creationId xmlns:a16="http://schemas.microsoft.com/office/drawing/2014/main" id="{FE763EA6-1348-4CD0-9E82-9472CCC2D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811308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5" name="Freeform 1636">
              <a:extLst>
                <a:ext uri="{FF2B5EF4-FFF2-40B4-BE49-F238E27FC236}">
                  <a16:creationId xmlns:a16="http://schemas.microsoft.com/office/drawing/2014/main" id="{D83010C5-D180-497E-BF1F-B75AF3417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09978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7" name="Freeform 1637">
              <a:extLst>
                <a:ext uri="{FF2B5EF4-FFF2-40B4-BE49-F238E27FC236}">
                  <a16:creationId xmlns:a16="http://schemas.microsoft.com/office/drawing/2014/main" id="{FE106D15-93C4-4509-9089-0A2A46993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18423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Freeform 1638">
              <a:extLst>
                <a:ext uri="{FF2B5EF4-FFF2-40B4-BE49-F238E27FC236}">
                  <a16:creationId xmlns:a16="http://schemas.microsoft.com/office/drawing/2014/main" id="{5ADEFE92-C4E9-46A6-B7BE-B99A41D6D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24053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Freeform 1639">
              <a:extLst>
                <a:ext uri="{FF2B5EF4-FFF2-40B4-BE49-F238E27FC236}">
                  <a16:creationId xmlns:a16="http://schemas.microsoft.com/office/drawing/2014/main" id="{54594B0F-CD3F-4802-85A6-1722498AD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24053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Freeform 1640">
              <a:extLst>
                <a:ext uri="{FF2B5EF4-FFF2-40B4-BE49-F238E27FC236}">
                  <a16:creationId xmlns:a16="http://schemas.microsoft.com/office/drawing/2014/main" id="{5FC6F957-0FD2-4CC8-94AB-3B5D65353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29682"/>
              <a:ext cx="39406" cy="22518"/>
            </a:xfrm>
            <a:custGeom>
              <a:avLst/>
              <a:gdLst>
                <a:gd name="T0" fmla="*/ 0 w 14"/>
                <a:gd name="T1" fmla="*/ 5 h 8"/>
                <a:gd name="T2" fmla="*/ 14 w 14"/>
                <a:gd name="T3" fmla="*/ 0 h 8"/>
                <a:gd name="T4" fmla="*/ 14 w 14"/>
                <a:gd name="T5" fmla="*/ 0 h 8"/>
                <a:gd name="T6" fmla="*/ 0 w 14"/>
                <a:gd name="T7" fmla="*/ 8 h 8"/>
                <a:gd name="T8" fmla="*/ 0 w 14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5" name="Freeform 1641">
              <a:extLst>
                <a:ext uri="{FF2B5EF4-FFF2-40B4-BE49-F238E27FC236}">
                  <a16:creationId xmlns:a16="http://schemas.microsoft.com/office/drawing/2014/main" id="{4828CB8B-9517-4DD2-ACF4-543ADA3F6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38125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7" name="Freeform 1642">
              <a:extLst>
                <a:ext uri="{FF2B5EF4-FFF2-40B4-BE49-F238E27FC236}">
                  <a16:creationId xmlns:a16="http://schemas.microsoft.com/office/drawing/2014/main" id="{CD3CDF09-86C6-4B12-B85A-3CDEB8EA6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3812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9" name="Freeform 1643">
              <a:extLst>
                <a:ext uri="{FF2B5EF4-FFF2-40B4-BE49-F238E27FC236}">
                  <a16:creationId xmlns:a16="http://schemas.microsoft.com/office/drawing/2014/main" id="{F191CBE6-D48F-4EEE-9EBE-86E289F34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4375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1" name="Freeform 1644">
              <a:extLst>
                <a:ext uri="{FF2B5EF4-FFF2-40B4-BE49-F238E27FC236}">
                  <a16:creationId xmlns:a16="http://schemas.microsoft.com/office/drawing/2014/main" id="{8DCC7DF3-05D4-46E4-82A4-7C3C4B3C4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52200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3" name="Freeform 1645">
              <a:extLst>
                <a:ext uri="{FF2B5EF4-FFF2-40B4-BE49-F238E27FC236}">
                  <a16:creationId xmlns:a16="http://schemas.microsoft.com/office/drawing/2014/main" id="{22772597-F832-4E3E-8E62-681FB92E7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70572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5" name="Freeform 1646">
              <a:extLst>
                <a:ext uri="{FF2B5EF4-FFF2-40B4-BE49-F238E27FC236}">
                  <a16:creationId xmlns:a16="http://schemas.microsoft.com/office/drawing/2014/main" id="{A0E4F2AF-BE0D-423B-A3E6-9A232B0F4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70572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7" name="Freeform 1647">
              <a:extLst>
                <a:ext uri="{FF2B5EF4-FFF2-40B4-BE49-F238E27FC236}">
                  <a16:creationId xmlns:a16="http://schemas.microsoft.com/office/drawing/2014/main" id="{628ED8D3-2B19-416C-8F2E-5A01851B5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76201"/>
              <a:ext cx="39406" cy="22518"/>
            </a:xfrm>
            <a:custGeom>
              <a:avLst/>
              <a:gdLst>
                <a:gd name="T0" fmla="*/ 0 w 14"/>
                <a:gd name="T1" fmla="*/ 5 h 8"/>
                <a:gd name="T2" fmla="*/ 14 w 14"/>
                <a:gd name="T3" fmla="*/ 0 h 8"/>
                <a:gd name="T4" fmla="*/ 14 w 14"/>
                <a:gd name="T5" fmla="*/ 0 h 8"/>
                <a:gd name="T6" fmla="*/ 0 w 14"/>
                <a:gd name="T7" fmla="*/ 8 h 8"/>
                <a:gd name="T8" fmla="*/ 0 w 14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9" name="Freeform 1648">
              <a:extLst>
                <a:ext uri="{FF2B5EF4-FFF2-40B4-BE49-F238E27FC236}">
                  <a16:creationId xmlns:a16="http://schemas.microsoft.com/office/drawing/2014/main" id="{78FB4473-525B-4035-A9E7-E0AAE4185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84647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1" name="Freeform 1649">
              <a:extLst>
                <a:ext uri="{FF2B5EF4-FFF2-40B4-BE49-F238E27FC236}">
                  <a16:creationId xmlns:a16="http://schemas.microsoft.com/office/drawing/2014/main" id="{1690AD27-AC13-48ED-A7FF-036C325C9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84647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3" name="Freeform 1650">
              <a:extLst>
                <a:ext uri="{FF2B5EF4-FFF2-40B4-BE49-F238E27FC236}">
                  <a16:creationId xmlns:a16="http://schemas.microsoft.com/office/drawing/2014/main" id="{604E0EBA-3FFD-4956-8044-F9AE44ABE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90276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5" name="Freeform 1651">
              <a:extLst>
                <a:ext uri="{FF2B5EF4-FFF2-40B4-BE49-F238E27FC236}">
                  <a16:creationId xmlns:a16="http://schemas.microsoft.com/office/drawing/2014/main" id="{88CA8CA2-AA41-44E7-BBB0-D45D4148B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98719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7" name="Freeform 1652">
              <a:extLst>
                <a:ext uri="{FF2B5EF4-FFF2-40B4-BE49-F238E27FC236}">
                  <a16:creationId xmlns:a16="http://schemas.microsoft.com/office/drawing/2014/main" id="{4C7717D4-D363-4896-8AAC-E38BAF048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04349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9" name="Freeform 1653">
              <a:extLst>
                <a:ext uri="{FF2B5EF4-FFF2-40B4-BE49-F238E27FC236}">
                  <a16:creationId xmlns:a16="http://schemas.microsoft.com/office/drawing/2014/main" id="{B589FC56-3A45-426C-9F2C-8A34D980A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0434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1" name="Freeform 1654">
              <a:extLst>
                <a:ext uri="{FF2B5EF4-FFF2-40B4-BE49-F238E27FC236}">
                  <a16:creationId xmlns:a16="http://schemas.microsoft.com/office/drawing/2014/main" id="{087B52AB-EC27-4DB3-826C-FB241CFCE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25536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3" name="Freeform 1655">
              <a:extLst>
                <a:ext uri="{FF2B5EF4-FFF2-40B4-BE49-F238E27FC236}">
                  <a16:creationId xmlns:a16="http://schemas.microsoft.com/office/drawing/2014/main" id="{D0C15A53-20A3-498C-A4E0-00B4E6486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31166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" name="Freeform 1656">
              <a:extLst>
                <a:ext uri="{FF2B5EF4-FFF2-40B4-BE49-F238E27FC236}">
                  <a16:creationId xmlns:a16="http://schemas.microsoft.com/office/drawing/2014/main" id="{F1778A12-19B7-4C05-A4A2-FEDB6791E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31166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7" name="Freeform 1657">
              <a:extLst>
                <a:ext uri="{FF2B5EF4-FFF2-40B4-BE49-F238E27FC236}">
                  <a16:creationId xmlns:a16="http://schemas.microsoft.com/office/drawing/2014/main" id="{BF8DF9C9-A281-4574-BDE8-4A494C420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3679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9" name="Freeform 1658">
              <a:extLst>
                <a:ext uri="{FF2B5EF4-FFF2-40B4-BE49-F238E27FC236}">
                  <a16:creationId xmlns:a16="http://schemas.microsoft.com/office/drawing/2014/main" id="{1BD0945C-7658-48CF-B91E-F677C9DC0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45240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1" name="Freeform 1659">
              <a:extLst>
                <a:ext uri="{FF2B5EF4-FFF2-40B4-BE49-F238E27FC236}">
                  <a16:creationId xmlns:a16="http://schemas.microsoft.com/office/drawing/2014/main" id="{7ECF8421-FE35-4F81-B098-081865EE68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50870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3" name="Freeform 1660">
              <a:extLst>
                <a:ext uri="{FF2B5EF4-FFF2-40B4-BE49-F238E27FC236}">
                  <a16:creationId xmlns:a16="http://schemas.microsoft.com/office/drawing/2014/main" id="{82DB3B86-C02B-40FC-BA2C-DAC1491C5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50870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5" name="Freeform 1661">
              <a:extLst>
                <a:ext uri="{FF2B5EF4-FFF2-40B4-BE49-F238E27FC236}">
                  <a16:creationId xmlns:a16="http://schemas.microsoft.com/office/drawing/2014/main" id="{CC220CDD-89F1-463C-AA5C-2AC67DD03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5649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7" name="Freeform 1662">
              <a:extLst>
                <a:ext uri="{FF2B5EF4-FFF2-40B4-BE49-F238E27FC236}">
                  <a16:creationId xmlns:a16="http://schemas.microsoft.com/office/drawing/2014/main" id="{E4220331-C559-4F4B-A813-898A03459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64943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9" name="Freeform 1663">
              <a:extLst>
                <a:ext uri="{FF2B5EF4-FFF2-40B4-BE49-F238E27FC236}">
                  <a16:creationId xmlns:a16="http://schemas.microsoft.com/office/drawing/2014/main" id="{C7832132-0272-42EC-9511-1C91D4C91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658" y="296215"/>
              <a:ext cx="295547" cy="261768"/>
            </a:xfrm>
            <a:custGeom>
              <a:avLst/>
              <a:gdLst>
                <a:gd name="T0" fmla="*/ 10 w 44"/>
                <a:gd name="T1" fmla="*/ 22 h 39"/>
                <a:gd name="T2" fmla="*/ 12 w 44"/>
                <a:gd name="T3" fmla="*/ 22 h 39"/>
                <a:gd name="T4" fmla="*/ 12 w 44"/>
                <a:gd name="T5" fmla="*/ 22 h 39"/>
                <a:gd name="T6" fmla="*/ 13 w 44"/>
                <a:gd name="T7" fmla="*/ 23 h 39"/>
                <a:gd name="T8" fmla="*/ 13 w 44"/>
                <a:gd name="T9" fmla="*/ 22 h 39"/>
                <a:gd name="T10" fmla="*/ 15 w 44"/>
                <a:gd name="T11" fmla="*/ 23 h 39"/>
                <a:gd name="T12" fmla="*/ 16 w 44"/>
                <a:gd name="T13" fmla="*/ 22 h 39"/>
                <a:gd name="T14" fmla="*/ 18 w 44"/>
                <a:gd name="T15" fmla="*/ 24 h 39"/>
                <a:gd name="T16" fmla="*/ 19 w 44"/>
                <a:gd name="T17" fmla="*/ 22 h 39"/>
                <a:gd name="T18" fmla="*/ 21 w 44"/>
                <a:gd name="T19" fmla="*/ 23 h 39"/>
                <a:gd name="T20" fmla="*/ 22 w 44"/>
                <a:gd name="T21" fmla="*/ 22 h 39"/>
                <a:gd name="T22" fmla="*/ 23 w 44"/>
                <a:gd name="T23" fmla="*/ 24 h 39"/>
                <a:gd name="T24" fmla="*/ 24 w 44"/>
                <a:gd name="T25" fmla="*/ 22 h 39"/>
                <a:gd name="T26" fmla="*/ 25 w 44"/>
                <a:gd name="T27" fmla="*/ 24 h 39"/>
                <a:gd name="T28" fmla="*/ 27 w 44"/>
                <a:gd name="T29" fmla="*/ 23 h 39"/>
                <a:gd name="T30" fmla="*/ 28 w 44"/>
                <a:gd name="T31" fmla="*/ 23 h 39"/>
                <a:gd name="T32" fmla="*/ 29 w 44"/>
                <a:gd name="T33" fmla="*/ 22 h 39"/>
                <a:gd name="T34" fmla="*/ 30 w 44"/>
                <a:gd name="T35" fmla="*/ 23 h 39"/>
                <a:gd name="T36" fmla="*/ 32 w 44"/>
                <a:gd name="T37" fmla="*/ 22 h 39"/>
                <a:gd name="T38" fmla="*/ 34 w 44"/>
                <a:gd name="T39" fmla="*/ 22 h 39"/>
                <a:gd name="T40" fmla="*/ 38 w 44"/>
                <a:gd name="T41" fmla="*/ 34 h 39"/>
                <a:gd name="T42" fmla="*/ 41 w 44"/>
                <a:gd name="T43" fmla="*/ 29 h 39"/>
                <a:gd name="T44" fmla="*/ 29 w 44"/>
                <a:gd name="T45" fmla="*/ 2 h 39"/>
                <a:gd name="T46" fmla="*/ 19 w 44"/>
                <a:gd name="T47" fmla="*/ 0 h 39"/>
                <a:gd name="T48" fmla="*/ 20 w 44"/>
                <a:gd name="T49" fmla="*/ 1 h 39"/>
                <a:gd name="T50" fmla="*/ 14 w 44"/>
                <a:gd name="T51" fmla="*/ 1 h 39"/>
                <a:gd name="T52" fmla="*/ 15 w 44"/>
                <a:gd name="T53" fmla="*/ 1 h 39"/>
                <a:gd name="T54" fmla="*/ 12 w 44"/>
                <a:gd name="T55" fmla="*/ 2 h 39"/>
                <a:gd name="T56" fmla="*/ 10 w 44"/>
                <a:gd name="T57" fmla="*/ 2 h 39"/>
                <a:gd name="T58" fmla="*/ 7 w 44"/>
                <a:gd name="T59" fmla="*/ 6 h 39"/>
                <a:gd name="T60" fmla="*/ 6 w 44"/>
                <a:gd name="T61" fmla="*/ 6 h 39"/>
                <a:gd name="T62" fmla="*/ 6 w 44"/>
                <a:gd name="T63" fmla="*/ 7 h 39"/>
                <a:gd name="T64" fmla="*/ 0 w 44"/>
                <a:gd name="T65" fmla="*/ 19 h 39"/>
                <a:gd name="T66" fmla="*/ 4 w 44"/>
                <a:gd name="T67" fmla="*/ 35 h 39"/>
                <a:gd name="T68" fmla="*/ 6 w 44"/>
                <a:gd name="T69" fmla="*/ 33 h 39"/>
                <a:gd name="T70" fmla="*/ 10 w 44"/>
                <a:gd name="T71" fmla="*/ 2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4" h="39">
                  <a:moveTo>
                    <a:pt x="10" y="22"/>
                  </a:move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3" y="24"/>
                    <a:pt x="13" y="23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4" y="22"/>
                    <a:pt x="15" y="24"/>
                    <a:pt x="15" y="23"/>
                  </a:cubicBezTo>
                  <a:cubicBezTo>
                    <a:pt x="15" y="23"/>
                    <a:pt x="16" y="22"/>
                    <a:pt x="16" y="22"/>
                  </a:cubicBezTo>
                  <a:cubicBezTo>
                    <a:pt x="16" y="23"/>
                    <a:pt x="18" y="24"/>
                    <a:pt x="18" y="24"/>
                  </a:cubicBezTo>
                  <a:cubicBezTo>
                    <a:pt x="18" y="23"/>
                    <a:pt x="18" y="22"/>
                    <a:pt x="19" y="22"/>
                  </a:cubicBezTo>
                  <a:cubicBezTo>
                    <a:pt x="19" y="23"/>
                    <a:pt x="21" y="24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3" y="23"/>
                    <a:pt x="23" y="24"/>
                    <a:pt x="23" y="2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5" y="24"/>
                    <a:pt x="26" y="23"/>
                    <a:pt x="27" y="23"/>
                  </a:cubicBezTo>
                  <a:cubicBezTo>
                    <a:pt x="27" y="22"/>
                    <a:pt x="28" y="22"/>
                    <a:pt x="28" y="23"/>
                  </a:cubicBezTo>
                  <a:cubicBezTo>
                    <a:pt x="28" y="25"/>
                    <a:pt x="29" y="23"/>
                    <a:pt x="29" y="22"/>
                  </a:cubicBezTo>
                  <a:cubicBezTo>
                    <a:pt x="30" y="21"/>
                    <a:pt x="30" y="23"/>
                    <a:pt x="30" y="23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9" y="31"/>
                    <a:pt x="38" y="34"/>
                  </a:cubicBezTo>
                  <a:cubicBezTo>
                    <a:pt x="37" y="37"/>
                    <a:pt x="39" y="36"/>
                    <a:pt x="41" y="29"/>
                  </a:cubicBezTo>
                  <a:cubicBezTo>
                    <a:pt x="42" y="21"/>
                    <a:pt x="44" y="6"/>
                    <a:pt x="29" y="2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0" y="14"/>
                    <a:pt x="0" y="19"/>
                  </a:cubicBezTo>
                  <a:cubicBezTo>
                    <a:pt x="0" y="24"/>
                    <a:pt x="2" y="31"/>
                    <a:pt x="4" y="35"/>
                  </a:cubicBezTo>
                  <a:cubicBezTo>
                    <a:pt x="7" y="39"/>
                    <a:pt x="6" y="35"/>
                    <a:pt x="6" y="33"/>
                  </a:cubicBezTo>
                  <a:cubicBezTo>
                    <a:pt x="7" y="28"/>
                    <a:pt x="9" y="22"/>
                    <a:pt x="10" y="22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1" name="Freeform 1664">
              <a:extLst>
                <a:ext uri="{FF2B5EF4-FFF2-40B4-BE49-F238E27FC236}">
                  <a16:creationId xmlns:a16="http://schemas.microsoft.com/office/drawing/2014/main" id="{848F4570-F999-47A5-822F-BAF74A216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8806" y="369398"/>
              <a:ext cx="239252" cy="188585"/>
            </a:xfrm>
            <a:custGeom>
              <a:avLst/>
              <a:gdLst>
                <a:gd name="T0" fmla="*/ 34 w 36"/>
                <a:gd name="T1" fmla="*/ 15 h 28"/>
                <a:gd name="T2" fmla="*/ 33 w 36"/>
                <a:gd name="T3" fmla="*/ 13 h 28"/>
                <a:gd name="T4" fmla="*/ 33 w 36"/>
                <a:gd name="T5" fmla="*/ 12 h 28"/>
                <a:gd name="T6" fmla="*/ 32 w 36"/>
                <a:gd name="T7" fmla="*/ 8 h 28"/>
                <a:gd name="T8" fmla="*/ 32 w 36"/>
                <a:gd name="T9" fmla="*/ 2 h 28"/>
                <a:gd name="T10" fmla="*/ 32 w 36"/>
                <a:gd name="T11" fmla="*/ 0 h 28"/>
                <a:gd name="T12" fmla="*/ 24 w 36"/>
                <a:gd name="T13" fmla="*/ 9 h 28"/>
                <a:gd name="T14" fmla="*/ 18 w 36"/>
                <a:gd name="T15" fmla="*/ 4 h 28"/>
                <a:gd name="T16" fmla="*/ 13 w 36"/>
                <a:gd name="T17" fmla="*/ 10 h 28"/>
                <a:gd name="T18" fmla="*/ 7 w 36"/>
                <a:gd name="T19" fmla="*/ 5 h 28"/>
                <a:gd name="T20" fmla="*/ 2 w 36"/>
                <a:gd name="T21" fmla="*/ 10 h 28"/>
                <a:gd name="T22" fmla="*/ 1 w 36"/>
                <a:gd name="T23" fmla="*/ 9 h 28"/>
                <a:gd name="T24" fmla="*/ 1 w 36"/>
                <a:gd name="T25" fmla="*/ 24 h 28"/>
                <a:gd name="T26" fmla="*/ 1 w 36"/>
                <a:gd name="T27" fmla="*/ 25 h 28"/>
                <a:gd name="T28" fmla="*/ 2 w 36"/>
                <a:gd name="T29" fmla="*/ 22 h 28"/>
                <a:gd name="T30" fmla="*/ 6 w 36"/>
                <a:gd name="T31" fmla="*/ 11 h 28"/>
                <a:gd name="T32" fmla="*/ 8 w 36"/>
                <a:gd name="T33" fmla="*/ 11 h 28"/>
                <a:gd name="T34" fmla="*/ 8 w 36"/>
                <a:gd name="T35" fmla="*/ 11 h 28"/>
                <a:gd name="T36" fmla="*/ 9 w 36"/>
                <a:gd name="T37" fmla="*/ 12 h 28"/>
                <a:gd name="T38" fmla="*/ 9 w 36"/>
                <a:gd name="T39" fmla="*/ 11 h 28"/>
                <a:gd name="T40" fmla="*/ 11 w 36"/>
                <a:gd name="T41" fmla="*/ 12 h 28"/>
                <a:gd name="T42" fmla="*/ 12 w 36"/>
                <a:gd name="T43" fmla="*/ 11 h 28"/>
                <a:gd name="T44" fmla="*/ 14 w 36"/>
                <a:gd name="T45" fmla="*/ 13 h 28"/>
                <a:gd name="T46" fmla="*/ 15 w 36"/>
                <a:gd name="T47" fmla="*/ 11 h 28"/>
                <a:gd name="T48" fmla="*/ 17 w 36"/>
                <a:gd name="T49" fmla="*/ 12 h 28"/>
                <a:gd name="T50" fmla="*/ 18 w 36"/>
                <a:gd name="T51" fmla="*/ 11 h 28"/>
                <a:gd name="T52" fmla="*/ 19 w 36"/>
                <a:gd name="T53" fmla="*/ 13 h 28"/>
                <a:gd name="T54" fmla="*/ 20 w 36"/>
                <a:gd name="T55" fmla="*/ 11 h 28"/>
                <a:gd name="T56" fmla="*/ 21 w 36"/>
                <a:gd name="T57" fmla="*/ 13 h 28"/>
                <a:gd name="T58" fmla="*/ 23 w 36"/>
                <a:gd name="T59" fmla="*/ 12 h 28"/>
                <a:gd name="T60" fmla="*/ 24 w 36"/>
                <a:gd name="T61" fmla="*/ 12 h 28"/>
                <a:gd name="T62" fmla="*/ 25 w 36"/>
                <a:gd name="T63" fmla="*/ 11 h 28"/>
                <a:gd name="T64" fmla="*/ 26 w 36"/>
                <a:gd name="T65" fmla="*/ 12 h 28"/>
                <a:gd name="T66" fmla="*/ 28 w 36"/>
                <a:gd name="T67" fmla="*/ 11 h 28"/>
                <a:gd name="T68" fmla="*/ 30 w 36"/>
                <a:gd name="T69" fmla="*/ 11 h 28"/>
                <a:gd name="T70" fmla="*/ 34 w 36"/>
                <a:gd name="T71" fmla="*/ 23 h 28"/>
                <a:gd name="T72" fmla="*/ 36 w 36"/>
                <a:gd name="T73" fmla="*/ 19 h 28"/>
                <a:gd name="T74" fmla="*/ 34 w 36"/>
                <a:gd name="T75" fmla="*/ 1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" h="28">
                  <a:moveTo>
                    <a:pt x="34" y="15"/>
                  </a:moveTo>
                  <a:cubicBezTo>
                    <a:pt x="34" y="14"/>
                    <a:pt x="34" y="13"/>
                    <a:pt x="33" y="13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3" y="11"/>
                    <a:pt x="32" y="9"/>
                    <a:pt x="32" y="8"/>
                  </a:cubicBezTo>
                  <a:cubicBezTo>
                    <a:pt x="32" y="6"/>
                    <a:pt x="32" y="4"/>
                    <a:pt x="32" y="2"/>
                  </a:cubicBezTo>
                  <a:cubicBezTo>
                    <a:pt x="32" y="1"/>
                    <a:pt x="32" y="1"/>
                    <a:pt x="32" y="0"/>
                  </a:cubicBezTo>
                  <a:cubicBezTo>
                    <a:pt x="31" y="5"/>
                    <a:pt x="28" y="8"/>
                    <a:pt x="24" y="9"/>
                  </a:cubicBezTo>
                  <a:cubicBezTo>
                    <a:pt x="20" y="10"/>
                    <a:pt x="19" y="7"/>
                    <a:pt x="18" y="4"/>
                  </a:cubicBezTo>
                  <a:cubicBezTo>
                    <a:pt x="17" y="7"/>
                    <a:pt x="15" y="10"/>
                    <a:pt x="13" y="10"/>
                  </a:cubicBezTo>
                  <a:cubicBezTo>
                    <a:pt x="10" y="10"/>
                    <a:pt x="9" y="8"/>
                    <a:pt x="7" y="5"/>
                  </a:cubicBezTo>
                  <a:cubicBezTo>
                    <a:pt x="6" y="8"/>
                    <a:pt x="5" y="10"/>
                    <a:pt x="2" y="10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3"/>
                    <a:pt x="1" y="18"/>
                    <a:pt x="1" y="24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3" y="28"/>
                    <a:pt x="2" y="24"/>
                    <a:pt x="2" y="22"/>
                  </a:cubicBezTo>
                  <a:cubicBezTo>
                    <a:pt x="3" y="17"/>
                    <a:pt x="5" y="11"/>
                    <a:pt x="6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1"/>
                    <a:pt x="9" y="13"/>
                    <a:pt x="9" y="12"/>
                  </a:cubicBezTo>
                  <a:cubicBezTo>
                    <a:pt x="9" y="12"/>
                    <a:pt x="9" y="11"/>
                    <a:pt x="9" y="11"/>
                  </a:cubicBezTo>
                  <a:cubicBezTo>
                    <a:pt x="10" y="11"/>
                    <a:pt x="11" y="13"/>
                    <a:pt x="11" y="12"/>
                  </a:cubicBezTo>
                  <a:cubicBezTo>
                    <a:pt x="11" y="12"/>
                    <a:pt x="12" y="11"/>
                    <a:pt x="12" y="11"/>
                  </a:cubicBezTo>
                  <a:cubicBezTo>
                    <a:pt x="12" y="12"/>
                    <a:pt x="14" y="13"/>
                    <a:pt x="14" y="13"/>
                  </a:cubicBezTo>
                  <a:cubicBezTo>
                    <a:pt x="14" y="12"/>
                    <a:pt x="14" y="11"/>
                    <a:pt x="15" y="11"/>
                  </a:cubicBezTo>
                  <a:cubicBezTo>
                    <a:pt x="15" y="12"/>
                    <a:pt x="17" y="13"/>
                    <a:pt x="17" y="12"/>
                  </a:cubicBezTo>
                  <a:cubicBezTo>
                    <a:pt x="17" y="12"/>
                    <a:pt x="17" y="11"/>
                    <a:pt x="18" y="11"/>
                  </a:cubicBezTo>
                  <a:cubicBezTo>
                    <a:pt x="19" y="12"/>
                    <a:pt x="19" y="13"/>
                    <a:pt x="19" y="13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1" y="13"/>
                    <a:pt x="22" y="12"/>
                    <a:pt x="23" y="12"/>
                  </a:cubicBezTo>
                  <a:cubicBezTo>
                    <a:pt x="23" y="11"/>
                    <a:pt x="24" y="11"/>
                    <a:pt x="24" y="12"/>
                  </a:cubicBezTo>
                  <a:cubicBezTo>
                    <a:pt x="24" y="14"/>
                    <a:pt x="25" y="12"/>
                    <a:pt x="25" y="11"/>
                  </a:cubicBezTo>
                  <a:cubicBezTo>
                    <a:pt x="26" y="10"/>
                    <a:pt x="26" y="12"/>
                    <a:pt x="26" y="12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0" y="11"/>
                    <a:pt x="35" y="20"/>
                    <a:pt x="34" y="23"/>
                  </a:cubicBezTo>
                  <a:cubicBezTo>
                    <a:pt x="33" y="26"/>
                    <a:pt x="35" y="25"/>
                    <a:pt x="36" y="19"/>
                  </a:cubicBezTo>
                  <a:cubicBezTo>
                    <a:pt x="35" y="18"/>
                    <a:pt x="35" y="16"/>
                    <a:pt x="34" y="15"/>
                  </a:cubicBezTo>
                  <a:close/>
                </a:path>
              </a:pathLst>
            </a:custGeom>
            <a:solidFill>
              <a:srgbClr val="16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3" name="Rectangle 1665">
              <a:extLst>
                <a:ext uri="{FF2B5EF4-FFF2-40B4-BE49-F238E27FC236}">
                  <a16:creationId xmlns:a16="http://schemas.microsoft.com/office/drawing/2014/main" id="{A8740861-34E7-482E-89E2-5576DB737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6063" y="937971"/>
              <a:ext cx="5629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5" name="Rectangle 1666">
              <a:extLst>
                <a:ext uri="{FF2B5EF4-FFF2-40B4-BE49-F238E27FC236}">
                  <a16:creationId xmlns:a16="http://schemas.microsoft.com/office/drawing/2014/main" id="{D3495459-8FB5-46C7-A258-1B592D4CF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7916" y="937971"/>
              <a:ext cx="5629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7" name="Rectangle 1667">
              <a:extLst>
                <a:ext uri="{FF2B5EF4-FFF2-40B4-BE49-F238E27FC236}">
                  <a16:creationId xmlns:a16="http://schemas.microsoft.com/office/drawing/2014/main" id="{99DE6C89-1459-46D3-B33A-5B2F28A6C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0801" y="937971"/>
              <a:ext cx="8445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9" name="Rectangle 1668">
              <a:extLst>
                <a:ext uri="{FF2B5EF4-FFF2-40B4-BE49-F238E27FC236}">
                  <a16:creationId xmlns:a16="http://schemas.microsoft.com/office/drawing/2014/main" id="{B8DEF164-217F-4D05-A2B8-6C6DDF619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5469" y="937971"/>
              <a:ext cx="5629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1FDA2538-8E03-4E84-8429-1E03C4386C4C}"/>
              </a:ext>
            </a:extLst>
          </p:cNvPr>
          <p:cNvSpPr txBox="1"/>
          <p:nvPr/>
        </p:nvSpPr>
        <p:spPr>
          <a:xfrm>
            <a:off x="487813" y="-74000"/>
            <a:ext cx="10559426" cy="1565878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7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铝电解电容基本参数</a:t>
            </a:r>
            <a:endParaRPr lang="en-US" altLang="zh-CN" sz="72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64ABF2CC-D4CD-4BB6-A27A-7A13F3A6C241}"/>
              </a:ext>
            </a:extLst>
          </p:cNvPr>
          <p:cNvSpPr txBox="1"/>
          <p:nvPr/>
        </p:nvSpPr>
        <p:spPr>
          <a:xfrm rot="1146419">
            <a:off x="2799534" y="2093670"/>
            <a:ext cx="18275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54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容量</a:t>
            </a:r>
            <a:endParaRPr lang="zh-CN" altLang="en-US" sz="5400" dirty="0">
              <a:solidFill>
                <a:srgbClr val="FFFF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14046C-8C67-4A8D-9B4A-3B1835D3424C}"/>
              </a:ext>
            </a:extLst>
          </p:cNvPr>
          <p:cNvSpPr txBox="1"/>
          <p:nvPr/>
        </p:nvSpPr>
        <p:spPr>
          <a:xfrm rot="1010700">
            <a:off x="9670373" y="3915376"/>
            <a:ext cx="86859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0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封装</a:t>
            </a:r>
            <a:endParaRPr lang="zh-CN" altLang="en-US" sz="6000" dirty="0">
              <a:solidFill>
                <a:srgbClr val="FFFF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139E011-D31A-4C6C-8A62-2C590C27801F}"/>
              </a:ext>
            </a:extLst>
          </p:cNvPr>
          <p:cNvSpPr txBox="1"/>
          <p:nvPr/>
        </p:nvSpPr>
        <p:spPr>
          <a:xfrm>
            <a:off x="2543170" y="3438730"/>
            <a:ext cx="86859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损耗角</a:t>
            </a:r>
            <a:endParaRPr lang="zh-CN" altLang="en-US" sz="4400" dirty="0">
              <a:solidFill>
                <a:srgbClr val="FFFF00"/>
              </a:solidFill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A93F6C15-609B-4227-9328-A8862444F435}"/>
              </a:ext>
            </a:extLst>
          </p:cNvPr>
          <p:cNvSpPr txBox="1"/>
          <p:nvPr/>
        </p:nvSpPr>
        <p:spPr>
          <a:xfrm rot="467385">
            <a:off x="4591988" y="1317945"/>
            <a:ext cx="31837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600" dirty="0">
                <a:solidFill>
                  <a:srgbClr val="FFFF00"/>
                </a:solidFill>
              </a:rPr>
              <a:t>ESR</a:t>
            </a:r>
            <a:endParaRPr lang="zh-CN" altLang="en-US" sz="9600" dirty="0">
              <a:solidFill>
                <a:srgbClr val="FFFF00"/>
              </a:solidFill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77ABD4D7-9B1C-4C4D-85A4-3108D0539D8E}"/>
              </a:ext>
            </a:extLst>
          </p:cNvPr>
          <p:cNvSpPr txBox="1"/>
          <p:nvPr/>
        </p:nvSpPr>
        <p:spPr>
          <a:xfrm>
            <a:off x="3793123" y="4531117"/>
            <a:ext cx="40486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200" dirty="0">
                <a:solidFill>
                  <a:srgbClr val="FFFF00"/>
                </a:solidFill>
              </a:rPr>
              <a:t>工作温度</a:t>
            </a: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3551DFE9-9289-4CEC-B1AD-F6708B485F83}"/>
              </a:ext>
            </a:extLst>
          </p:cNvPr>
          <p:cNvSpPr txBox="1"/>
          <p:nvPr/>
        </p:nvSpPr>
        <p:spPr>
          <a:xfrm rot="868296">
            <a:off x="8782408" y="1641965"/>
            <a:ext cx="118700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solidFill>
                  <a:srgbClr val="FFFF00"/>
                </a:solidFill>
              </a:rPr>
              <a:t>漏电流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7AF19C94-5D08-44E8-B741-96D9A53BB0A6}"/>
              </a:ext>
            </a:extLst>
          </p:cNvPr>
          <p:cNvSpPr txBox="1"/>
          <p:nvPr/>
        </p:nvSpPr>
        <p:spPr>
          <a:xfrm rot="20287524">
            <a:off x="4550263" y="2924883"/>
            <a:ext cx="22291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0" dirty="0">
                <a:solidFill>
                  <a:srgbClr val="FFFF00"/>
                </a:solidFill>
              </a:rPr>
              <a:t>寿命</a:t>
            </a: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D30A4637-D519-4081-B694-2670AE7AF617}"/>
              </a:ext>
            </a:extLst>
          </p:cNvPr>
          <p:cNvSpPr txBox="1"/>
          <p:nvPr/>
        </p:nvSpPr>
        <p:spPr>
          <a:xfrm rot="20907272">
            <a:off x="7586714" y="1532472"/>
            <a:ext cx="1075626" cy="3749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000" dirty="0">
                <a:solidFill>
                  <a:srgbClr val="FFFF00"/>
                </a:solidFill>
              </a:rPr>
              <a:t>纹波电流</a:t>
            </a:r>
          </a:p>
        </p:txBody>
      </p:sp>
    </p:spTree>
    <p:extLst>
      <p:ext uri="{BB962C8B-B14F-4D97-AF65-F5344CB8AC3E}">
        <p14:creationId xmlns:p14="http://schemas.microsoft.com/office/powerpoint/2010/main" val="3254951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528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68EA2CA1-3D0E-4B5F-ACC7-0984B5AD991C}"/>
              </a:ext>
            </a:extLst>
          </p:cNvPr>
          <p:cNvSpPr txBox="1"/>
          <p:nvPr/>
        </p:nvSpPr>
        <p:spPr>
          <a:xfrm>
            <a:off x="6736006" y="423249"/>
            <a:ext cx="4217352" cy="1197507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插件</a:t>
            </a:r>
            <a:endParaRPr lang="en-US" altLang="zh-CN" sz="5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FE1AFC2-0588-4BCA-AC53-4FE4F2E336E1}"/>
              </a:ext>
            </a:extLst>
          </p:cNvPr>
          <p:cNvSpPr txBox="1"/>
          <p:nvPr/>
        </p:nvSpPr>
        <p:spPr>
          <a:xfrm>
            <a:off x="1211612" y="423249"/>
            <a:ext cx="4217352" cy="1197507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贴片</a:t>
            </a:r>
            <a:endParaRPr lang="en-US" altLang="zh-CN" sz="5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6791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BD5AD7F-76C8-4A7C-80E2-32FB60F3B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110729" y="1430482"/>
            <a:ext cx="3842629" cy="279231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00319FB-8312-4FB2-87C9-172CD1C32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476" y="1527785"/>
            <a:ext cx="3574823" cy="259770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8EA2CA1-3D0E-4B5F-ACC7-0984B5AD991C}"/>
              </a:ext>
            </a:extLst>
          </p:cNvPr>
          <p:cNvSpPr txBox="1"/>
          <p:nvPr/>
        </p:nvSpPr>
        <p:spPr>
          <a:xfrm>
            <a:off x="6736006" y="423249"/>
            <a:ext cx="4217352" cy="1197507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插件</a:t>
            </a:r>
            <a:endParaRPr lang="en-US" altLang="zh-CN" sz="5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FE1AFC2-0588-4BCA-AC53-4FE4F2E336E1}"/>
              </a:ext>
            </a:extLst>
          </p:cNvPr>
          <p:cNvSpPr txBox="1"/>
          <p:nvPr/>
        </p:nvSpPr>
        <p:spPr>
          <a:xfrm>
            <a:off x="1211612" y="423249"/>
            <a:ext cx="4217352" cy="1197507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贴片</a:t>
            </a:r>
            <a:endParaRPr lang="en-US" altLang="zh-CN" sz="5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2052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BD5AD7F-76C8-4A7C-80E2-32FB60F3B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110729" y="1430482"/>
            <a:ext cx="3842629" cy="279231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00319FB-8312-4FB2-87C9-172CD1C32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476" y="1527785"/>
            <a:ext cx="3574823" cy="259770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74EB8E6-5DC7-4595-8C77-187C0FA60BAA}"/>
              </a:ext>
            </a:extLst>
          </p:cNvPr>
          <p:cNvSpPr txBox="1"/>
          <p:nvPr/>
        </p:nvSpPr>
        <p:spPr>
          <a:xfrm>
            <a:off x="1582389" y="3833743"/>
            <a:ext cx="3475798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贵一点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8EA2CA1-3D0E-4B5F-ACC7-0984B5AD991C}"/>
              </a:ext>
            </a:extLst>
          </p:cNvPr>
          <p:cNvSpPr txBox="1"/>
          <p:nvPr/>
        </p:nvSpPr>
        <p:spPr>
          <a:xfrm>
            <a:off x="6736006" y="423249"/>
            <a:ext cx="4217352" cy="1197507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插件</a:t>
            </a:r>
            <a:endParaRPr lang="en-US" altLang="zh-CN" sz="5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FE1AFC2-0588-4BCA-AC53-4FE4F2E336E1}"/>
              </a:ext>
            </a:extLst>
          </p:cNvPr>
          <p:cNvSpPr txBox="1"/>
          <p:nvPr/>
        </p:nvSpPr>
        <p:spPr>
          <a:xfrm>
            <a:off x="1211612" y="423249"/>
            <a:ext cx="4217352" cy="1197507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贴片</a:t>
            </a:r>
            <a:endParaRPr lang="en-US" altLang="zh-CN" sz="5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7597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234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DC47589-A72D-4390-83A4-CD3369437879}"/>
              </a:ext>
            </a:extLst>
          </p:cNvPr>
          <p:cNvSpPr txBox="1"/>
          <p:nvPr/>
        </p:nvSpPr>
        <p:spPr>
          <a:xfrm>
            <a:off x="961192" y="182668"/>
            <a:ext cx="6299687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损耗角：损耗角正切值</a:t>
            </a:r>
            <a:endParaRPr lang="en-US" altLang="zh-CN" sz="3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036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DC47589-A72D-4390-83A4-CD3369437879}"/>
              </a:ext>
            </a:extLst>
          </p:cNvPr>
          <p:cNvSpPr txBox="1"/>
          <p:nvPr/>
        </p:nvSpPr>
        <p:spPr>
          <a:xfrm>
            <a:off x="961192" y="182668"/>
            <a:ext cx="6299687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损耗角：损耗角正切值</a:t>
            </a:r>
            <a:endParaRPr lang="en-US" altLang="zh-CN" sz="3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228DF43-71D3-4659-BA4B-2C969C38E6EA}"/>
              </a:ext>
            </a:extLst>
          </p:cNvPr>
          <p:cNvSpPr txBox="1"/>
          <p:nvPr/>
        </p:nvSpPr>
        <p:spPr>
          <a:xfrm>
            <a:off x="5811775" y="2206840"/>
            <a:ext cx="59667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损耗角正切值 </a:t>
            </a:r>
            <a:r>
              <a:rPr lang="en-US" altLang="zh-CN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= </a:t>
            </a:r>
            <a:r>
              <a:rPr lang="zh-CN" altLang="en-US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有功功率</a:t>
            </a:r>
            <a:r>
              <a:rPr lang="en-US" altLang="zh-CN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lang="zh-CN" altLang="en-US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无功功率</a:t>
            </a:r>
            <a:endParaRPr lang="zh-CN" alt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860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DC47589-A72D-4390-83A4-CD3369437879}"/>
              </a:ext>
            </a:extLst>
          </p:cNvPr>
          <p:cNvSpPr txBox="1"/>
          <p:nvPr/>
        </p:nvSpPr>
        <p:spPr>
          <a:xfrm>
            <a:off x="961192" y="182668"/>
            <a:ext cx="6299687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损耗角：损耗角正切值</a:t>
            </a:r>
            <a:endParaRPr lang="en-US" altLang="zh-CN" sz="3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86B7640-8218-4D6B-8547-335F98E9F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109" y="1336403"/>
            <a:ext cx="3368192" cy="450985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228DF43-71D3-4659-BA4B-2C969C38E6EA}"/>
              </a:ext>
            </a:extLst>
          </p:cNvPr>
          <p:cNvSpPr txBox="1"/>
          <p:nvPr/>
        </p:nvSpPr>
        <p:spPr>
          <a:xfrm>
            <a:off x="5811775" y="2206840"/>
            <a:ext cx="59667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损耗角正切值 </a:t>
            </a:r>
            <a:r>
              <a:rPr lang="en-US" altLang="zh-CN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= </a:t>
            </a:r>
            <a:r>
              <a:rPr lang="zh-CN" altLang="en-US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有功功率</a:t>
            </a:r>
            <a:r>
              <a:rPr lang="en-US" altLang="zh-CN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lang="zh-CN" altLang="en-US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无功功率</a:t>
            </a:r>
            <a:endParaRPr lang="zh-CN" alt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381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DC47589-A72D-4390-83A4-CD3369437879}"/>
              </a:ext>
            </a:extLst>
          </p:cNvPr>
          <p:cNvSpPr txBox="1"/>
          <p:nvPr/>
        </p:nvSpPr>
        <p:spPr>
          <a:xfrm>
            <a:off x="961192" y="182668"/>
            <a:ext cx="6299687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损耗角：损耗角正切值</a:t>
            </a:r>
            <a:endParaRPr lang="en-US" altLang="zh-CN" sz="3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86B7640-8218-4D6B-8547-335F98E9F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109" y="1336403"/>
            <a:ext cx="3368192" cy="450985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36ABD4F-1228-42DD-87F9-261211C1AC8B}"/>
              </a:ext>
            </a:extLst>
          </p:cNvPr>
          <p:cNvSpPr txBox="1"/>
          <p:nvPr/>
        </p:nvSpPr>
        <p:spPr>
          <a:xfrm>
            <a:off x="5811775" y="3014463"/>
            <a:ext cx="2806823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120Hz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228DF43-71D3-4659-BA4B-2C969C38E6EA}"/>
              </a:ext>
            </a:extLst>
          </p:cNvPr>
          <p:cNvSpPr txBox="1"/>
          <p:nvPr/>
        </p:nvSpPr>
        <p:spPr>
          <a:xfrm>
            <a:off x="5811775" y="2206840"/>
            <a:ext cx="59667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损耗角正切值 </a:t>
            </a:r>
            <a:r>
              <a:rPr lang="en-US" altLang="zh-CN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= </a:t>
            </a:r>
            <a:r>
              <a:rPr lang="zh-CN" altLang="en-US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有功功率</a:t>
            </a:r>
            <a:r>
              <a:rPr lang="en-US" altLang="zh-CN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lang="zh-CN" altLang="en-US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无功功率</a:t>
            </a:r>
            <a:endParaRPr lang="zh-CN" alt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187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DC47589-A72D-4390-83A4-CD3369437879}"/>
              </a:ext>
            </a:extLst>
          </p:cNvPr>
          <p:cNvSpPr txBox="1"/>
          <p:nvPr/>
        </p:nvSpPr>
        <p:spPr>
          <a:xfrm>
            <a:off x="961192" y="182668"/>
            <a:ext cx="6299687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损耗角：损耗角正切值</a:t>
            </a:r>
            <a:endParaRPr lang="en-US" altLang="zh-CN" sz="3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86B7640-8218-4D6B-8547-335F98E9F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109" y="1336403"/>
            <a:ext cx="3368192" cy="450985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36ABD4F-1228-42DD-87F9-261211C1AC8B}"/>
              </a:ext>
            </a:extLst>
          </p:cNvPr>
          <p:cNvSpPr txBox="1"/>
          <p:nvPr/>
        </p:nvSpPr>
        <p:spPr>
          <a:xfrm>
            <a:off x="5811775" y="3014463"/>
            <a:ext cx="2806823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120Hz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5CAB35-6B9C-4B9E-A454-FDE27C51EDEA}"/>
              </a:ext>
            </a:extLst>
          </p:cNvPr>
          <p:cNvSpPr txBox="1"/>
          <p:nvPr/>
        </p:nvSpPr>
        <p:spPr>
          <a:xfrm>
            <a:off x="5811775" y="4044551"/>
            <a:ext cx="3472648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电感阻抗忽略</a:t>
            </a:r>
            <a:endParaRPr lang="en-US" altLang="zh-CN" sz="3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228DF43-71D3-4659-BA4B-2C969C38E6EA}"/>
              </a:ext>
            </a:extLst>
          </p:cNvPr>
          <p:cNvSpPr txBox="1"/>
          <p:nvPr/>
        </p:nvSpPr>
        <p:spPr>
          <a:xfrm>
            <a:off x="5811775" y="2206840"/>
            <a:ext cx="59667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损耗角正切值 </a:t>
            </a:r>
            <a:r>
              <a:rPr lang="en-US" altLang="zh-CN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= </a:t>
            </a:r>
            <a:r>
              <a:rPr lang="zh-CN" altLang="en-US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有功功率</a:t>
            </a:r>
            <a:r>
              <a:rPr lang="en-US" altLang="zh-CN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</a:t>
            </a:r>
            <a:r>
              <a:rPr lang="zh-CN" altLang="en-US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无功功率</a:t>
            </a:r>
            <a:endParaRPr lang="zh-CN" alt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801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6790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26F56BB-EECE-45E3-A92C-CBAB000C44B0}"/>
              </a:ext>
            </a:extLst>
          </p:cNvPr>
          <p:cNvSpPr txBox="1"/>
          <p:nvPr/>
        </p:nvSpPr>
        <p:spPr>
          <a:xfrm>
            <a:off x="1214019" y="262116"/>
            <a:ext cx="9666491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工作温度上限：</a:t>
            </a:r>
            <a:r>
              <a:rPr lang="en-US" altLang="zh-CN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85</a:t>
            </a: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℃，</a:t>
            </a:r>
            <a:r>
              <a:rPr lang="en-US" altLang="zh-CN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105</a:t>
            </a: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℃，</a:t>
            </a:r>
            <a:r>
              <a:rPr lang="en-US" altLang="zh-CN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125</a:t>
            </a: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℃</a:t>
            </a:r>
            <a:endParaRPr lang="en-US" altLang="zh-CN" sz="3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6592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26F56BB-EECE-45E3-A92C-CBAB000C44B0}"/>
              </a:ext>
            </a:extLst>
          </p:cNvPr>
          <p:cNvSpPr txBox="1"/>
          <p:nvPr/>
        </p:nvSpPr>
        <p:spPr>
          <a:xfrm>
            <a:off x="1214019" y="262116"/>
            <a:ext cx="9666491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工作温度上限：</a:t>
            </a:r>
            <a:r>
              <a:rPr lang="en-US" altLang="zh-CN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85</a:t>
            </a: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℃，</a:t>
            </a:r>
            <a:r>
              <a:rPr lang="en-US" altLang="zh-CN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105</a:t>
            </a: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℃，</a:t>
            </a:r>
            <a:r>
              <a:rPr lang="en-US" altLang="zh-CN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125</a:t>
            </a: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℃</a:t>
            </a:r>
            <a:endParaRPr lang="en-US" altLang="zh-CN" sz="3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982374-66D2-4AB4-B574-988912AB1D79}"/>
              </a:ext>
            </a:extLst>
          </p:cNvPr>
          <p:cNvSpPr txBox="1"/>
          <p:nvPr/>
        </p:nvSpPr>
        <p:spPr>
          <a:xfrm>
            <a:off x="1128754" y="1473693"/>
            <a:ext cx="8334842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普通使用寿命：</a:t>
            </a:r>
            <a:r>
              <a:rPr lang="en-US" altLang="zh-CN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1000h</a:t>
            </a: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2000h</a:t>
            </a:r>
          </a:p>
        </p:txBody>
      </p:sp>
    </p:spTree>
    <p:extLst>
      <p:ext uri="{BB962C8B-B14F-4D97-AF65-F5344CB8AC3E}">
        <p14:creationId xmlns:p14="http://schemas.microsoft.com/office/powerpoint/2010/main" val="90268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26F56BB-EECE-45E3-A92C-CBAB000C44B0}"/>
              </a:ext>
            </a:extLst>
          </p:cNvPr>
          <p:cNvSpPr txBox="1"/>
          <p:nvPr/>
        </p:nvSpPr>
        <p:spPr>
          <a:xfrm>
            <a:off x="1214019" y="262116"/>
            <a:ext cx="9666491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工作温度上限：</a:t>
            </a:r>
            <a:r>
              <a:rPr lang="en-US" altLang="zh-CN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85</a:t>
            </a: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℃，</a:t>
            </a:r>
            <a:r>
              <a:rPr lang="en-US" altLang="zh-CN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105</a:t>
            </a: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℃，</a:t>
            </a:r>
            <a:r>
              <a:rPr lang="en-US" altLang="zh-CN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125</a:t>
            </a: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℃</a:t>
            </a:r>
            <a:endParaRPr lang="en-US" altLang="zh-CN" sz="3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982374-66D2-4AB4-B574-988912AB1D79}"/>
              </a:ext>
            </a:extLst>
          </p:cNvPr>
          <p:cNvSpPr txBox="1"/>
          <p:nvPr/>
        </p:nvSpPr>
        <p:spPr>
          <a:xfrm>
            <a:off x="1128754" y="1473693"/>
            <a:ext cx="8334842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普通使用寿命：</a:t>
            </a:r>
            <a:r>
              <a:rPr lang="en-US" altLang="zh-CN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1000h</a:t>
            </a: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2000h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08B151-8D83-4A73-9F60-3ADA436AB976}"/>
              </a:ext>
            </a:extLst>
          </p:cNvPr>
          <p:cNvSpPr txBox="1"/>
          <p:nvPr/>
        </p:nvSpPr>
        <p:spPr>
          <a:xfrm>
            <a:off x="1128754" y="3121082"/>
            <a:ext cx="30457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What</a:t>
            </a: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？  </a:t>
            </a:r>
            <a:r>
              <a:rPr lang="en-US" altLang="zh-CN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1000h = 42</a:t>
            </a: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天？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709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26F56BB-EECE-45E3-A92C-CBAB000C44B0}"/>
              </a:ext>
            </a:extLst>
          </p:cNvPr>
          <p:cNvSpPr txBox="1"/>
          <p:nvPr/>
        </p:nvSpPr>
        <p:spPr>
          <a:xfrm>
            <a:off x="1214019" y="262116"/>
            <a:ext cx="9666491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工作温度上限：</a:t>
            </a:r>
            <a:r>
              <a:rPr lang="en-US" altLang="zh-CN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85</a:t>
            </a: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℃，</a:t>
            </a:r>
            <a:r>
              <a:rPr lang="en-US" altLang="zh-CN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105</a:t>
            </a: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℃，</a:t>
            </a:r>
            <a:r>
              <a:rPr lang="en-US" altLang="zh-CN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125</a:t>
            </a: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℃</a:t>
            </a:r>
            <a:endParaRPr lang="en-US" altLang="zh-CN" sz="3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982374-66D2-4AB4-B574-988912AB1D79}"/>
              </a:ext>
            </a:extLst>
          </p:cNvPr>
          <p:cNvSpPr txBox="1"/>
          <p:nvPr/>
        </p:nvSpPr>
        <p:spPr>
          <a:xfrm>
            <a:off x="1128754" y="1473693"/>
            <a:ext cx="8334842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普通使用寿命：</a:t>
            </a:r>
            <a:r>
              <a:rPr lang="en-US" altLang="zh-CN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1000h</a:t>
            </a: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2000h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08B151-8D83-4A73-9F60-3ADA436AB976}"/>
              </a:ext>
            </a:extLst>
          </p:cNvPr>
          <p:cNvSpPr txBox="1"/>
          <p:nvPr/>
        </p:nvSpPr>
        <p:spPr>
          <a:xfrm>
            <a:off x="1128754" y="3121082"/>
            <a:ext cx="30457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What</a:t>
            </a: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？  </a:t>
            </a:r>
            <a:r>
              <a:rPr lang="en-US" altLang="zh-CN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1000h = 42</a:t>
            </a: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天？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5ECE36-E25C-41B8-A527-F556E12E8442}"/>
              </a:ext>
            </a:extLst>
          </p:cNvPr>
          <p:cNvSpPr txBox="1"/>
          <p:nvPr/>
        </p:nvSpPr>
        <p:spPr>
          <a:xfrm>
            <a:off x="4871620" y="3209052"/>
            <a:ext cx="5311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温度每升高</a:t>
            </a:r>
            <a:r>
              <a:rPr lang="en-US" altLang="zh-CN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</a:t>
            </a:r>
            <a:r>
              <a:rPr lang="zh-CN" altLang="en-US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℃</a:t>
            </a:r>
            <a:r>
              <a:rPr lang="zh-CN" altLang="en-US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，寿命下降</a:t>
            </a:r>
            <a:r>
              <a:rPr lang="en-US" altLang="zh-CN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倍</a:t>
            </a:r>
            <a:endParaRPr lang="zh-CN" alt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161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26F56BB-EECE-45E3-A92C-CBAB000C44B0}"/>
              </a:ext>
            </a:extLst>
          </p:cNvPr>
          <p:cNvSpPr txBox="1"/>
          <p:nvPr/>
        </p:nvSpPr>
        <p:spPr>
          <a:xfrm>
            <a:off x="1214019" y="262116"/>
            <a:ext cx="9666491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工作温度上限：</a:t>
            </a:r>
            <a:r>
              <a:rPr lang="en-US" altLang="zh-CN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85</a:t>
            </a: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℃，</a:t>
            </a:r>
            <a:r>
              <a:rPr lang="en-US" altLang="zh-CN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105</a:t>
            </a: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℃，</a:t>
            </a:r>
            <a:r>
              <a:rPr lang="en-US" altLang="zh-CN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125</a:t>
            </a: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℃</a:t>
            </a:r>
            <a:endParaRPr lang="en-US" altLang="zh-CN" sz="3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982374-66D2-4AB4-B574-988912AB1D79}"/>
              </a:ext>
            </a:extLst>
          </p:cNvPr>
          <p:cNvSpPr txBox="1"/>
          <p:nvPr/>
        </p:nvSpPr>
        <p:spPr>
          <a:xfrm>
            <a:off x="1128754" y="1473693"/>
            <a:ext cx="8334842" cy="829073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普通使用寿命：</a:t>
            </a:r>
            <a:r>
              <a:rPr lang="en-US" altLang="zh-CN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1000h</a:t>
            </a:r>
            <a:r>
              <a:rPr lang="zh-CN" altLang="en-US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</a:t>
            </a:r>
            <a:r>
              <a:rPr lang="en-US" altLang="zh-CN" sz="36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2000h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08B151-8D83-4A73-9F60-3ADA436AB976}"/>
              </a:ext>
            </a:extLst>
          </p:cNvPr>
          <p:cNvSpPr txBox="1"/>
          <p:nvPr/>
        </p:nvSpPr>
        <p:spPr>
          <a:xfrm>
            <a:off x="1128754" y="3121082"/>
            <a:ext cx="30457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What</a:t>
            </a: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？  </a:t>
            </a:r>
            <a:r>
              <a:rPr lang="en-US" altLang="zh-CN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1000h = 42</a:t>
            </a:r>
            <a:r>
              <a:rPr lang="zh-CN" altLang="en-US" sz="3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天？</a:t>
            </a:r>
            <a:endParaRPr lang="zh-CN" altLang="en-US" sz="3600" dirty="0">
              <a:solidFill>
                <a:srgbClr val="FFFF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5ECE36-E25C-41B8-A527-F556E12E8442}"/>
              </a:ext>
            </a:extLst>
          </p:cNvPr>
          <p:cNvSpPr txBox="1"/>
          <p:nvPr/>
        </p:nvSpPr>
        <p:spPr>
          <a:xfrm>
            <a:off x="4871620" y="3209052"/>
            <a:ext cx="5311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温度每升高</a:t>
            </a:r>
            <a:r>
              <a:rPr lang="en-US" altLang="zh-CN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</a:t>
            </a:r>
            <a:r>
              <a:rPr lang="zh-CN" altLang="en-US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℃</a:t>
            </a:r>
            <a:r>
              <a:rPr lang="zh-CN" altLang="en-US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，寿命下降</a:t>
            </a:r>
            <a:r>
              <a:rPr lang="en-US" altLang="zh-CN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倍</a:t>
            </a:r>
            <a:endParaRPr lang="zh-CN" altLang="en-US" sz="2800" dirty="0">
              <a:solidFill>
                <a:srgbClr val="FFFF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D57D13-883A-4803-90AC-479EC5C4C8AC}"/>
              </a:ext>
            </a:extLst>
          </p:cNvPr>
          <p:cNvSpPr txBox="1"/>
          <p:nvPr/>
        </p:nvSpPr>
        <p:spPr>
          <a:xfrm>
            <a:off x="4871620" y="3798191"/>
            <a:ext cx="2408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1000h@85</a:t>
            </a:r>
            <a:r>
              <a:rPr lang="zh-CN" altLang="en-US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℃</a:t>
            </a:r>
            <a:endParaRPr lang="zh-CN" altLang="en-US" sz="2800" dirty="0">
              <a:solidFill>
                <a:srgbClr val="FFFF00"/>
              </a:solidFill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6A4E2197-FB09-423D-9C45-F1622F99C959}"/>
              </a:ext>
            </a:extLst>
          </p:cNvPr>
          <p:cNvSpPr/>
          <p:nvPr/>
        </p:nvSpPr>
        <p:spPr>
          <a:xfrm>
            <a:off x="7234191" y="3886205"/>
            <a:ext cx="585926" cy="2574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00D64DF-C1EB-4041-A97F-7D1448ECB0FF}"/>
              </a:ext>
            </a:extLst>
          </p:cNvPr>
          <p:cNvSpPr txBox="1"/>
          <p:nvPr/>
        </p:nvSpPr>
        <p:spPr>
          <a:xfrm>
            <a:off x="7891508" y="3798191"/>
            <a:ext cx="2408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1.8</a:t>
            </a:r>
            <a:r>
              <a:rPr lang="zh-CN" altLang="en-US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</a:t>
            </a:r>
            <a:r>
              <a:rPr lang="en-US" altLang="zh-CN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@45</a:t>
            </a:r>
            <a:r>
              <a:rPr lang="zh-CN" altLang="en-US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℃</a:t>
            </a:r>
            <a:endParaRPr lang="zh-CN" alt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907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491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BB552A0-6314-4A72-B927-6D0272F02EC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679" y="374686"/>
            <a:ext cx="3949134" cy="40435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6936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BB552A0-6314-4A72-B927-6D0272F02EC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679" y="374686"/>
            <a:ext cx="3949134" cy="404356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6892DCE-60D9-4CF8-BC76-8A037C4B0052}"/>
              </a:ext>
            </a:extLst>
          </p:cNvPr>
          <p:cNvSpPr txBox="1"/>
          <p:nvPr/>
        </p:nvSpPr>
        <p:spPr>
          <a:xfrm>
            <a:off x="5647762" y="1086394"/>
            <a:ext cx="5031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红宝石</a:t>
            </a:r>
            <a:r>
              <a:rPr lang="en-US" altLang="zh-CN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100uF-16V</a:t>
            </a: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铝电解电容标准品</a:t>
            </a:r>
            <a:endParaRPr lang="zh-CN" alt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376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BB552A0-6314-4A72-B927-6D0272F02EC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679" y="374686"/>
            <a:ext cx="3949134" cy="4043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1653F95-4ECA-4D2B-942D-A1E389C8D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764" y="1799687"/>
            <a:ext cx="5850886" cy="50424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6892DCE-60D9-4CF8-BC76-8A037C4B0052}"/>
              </a:ext>
            </a:extLst>
          </p:cNvPr>
          <p:cNvSpPr txBox="1"/>
          <p:nvPr/>
        </p:nvSpPr>
        <p:spPr>
          <a:xfrm>
            <a:off x="5647762" y="1086394"/>
            <a:ext cx="5031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红宝石</a:t>
            </a:r>
            <a:r>
              <a:rPr lang="en-US" altLang="zh-CN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100uF-16V</a:t>
            </a: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铝电解电容标准品</a:t>
            </a:r>
            <a:endParaRPr lang="zh-CN" alt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713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BB552A0-6314-4A72-B927-6D0272F02EC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679" y="374686"/>
            <a:ext cx="3949134" cy="4043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1653F95-4ECA-4D2B-942D-A1E389C8D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764" y="1799687"/>
            <a:ext cx="5850886" cy="50424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6892DCE-60D9-4CF8-BC76-8A037C4B0052}"/>
              </a:ext>
            </a:extLst>
          </p:cNvPr>
          <p:cNvSpPr txBox="1"/>
          <p:nvPr/>
        </p:nvSpPr>
        <p:spPr>
          <a:xfrm>
            <a:off x="5647762" y="1086394"/>
            <a:ext cx="5031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红宝石</a:t>
            </a:r>
            <a:r>
              <a:rPr lang="en-US" altLang="zh-CN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100uF-16V</a:t>
            </a: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铝电解电容标准品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5062100-748B-434D-B271-CF646C1F1054}"/>
              </a:ext>
            </a:extLst>
          </p:cNvPr>
          <p:cNvSpPr txBox="1"/>
          <p:nvPr/>
        </p:nvSpPr>
        <p:spPr>
          <a:xfrm>
            <a:off x="5647762" y="2709796"/>
            <a:ext cx="40161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I=0.01CV</a:t>
            </a:r>
          </a:p>
          <a:p>
            <a:endParaRPr lang="en-US" altLang="zh-CN" sz="20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8699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BB552A0-6314-4A72-B927-6D0272F02EC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679" y="374686"/>
            <a:ext cx="3949134" cy="4043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1653F95-4ECA-4D2B-942D-A1E389C8D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764" y="1799687"/>
            <a:ext cx="5850886" cy="50424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6892DCE-60D9-4CF8-BC76-8A037C4B0052}"/>
              </a:ext>
            </a:extLst>
          </p:cNvPr>
          <p:cNvSpPr txBox="1"/>
          <p:nvPr/>
        </p:nvSpPr>
        <p:spPr>
          <a:xfrm>
            <a:off x="5647762" y="1086394"/>
            <a:ext cx="5031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红宝石</a:t>
            </a:r>
            <a:r>
              <a:rPr lang="en-US" altLang="zh-CN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100uF-16V</a:t>
            </a: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铝电解电容标准品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5062100-748B-434D-B271-CF646C1F1054}"/>
              </a:ext>
            </a:extLst>
          </p:cNvPr>
          <p:cNvSpPr txBox="1"/>
          <p:nvPr/>
        </p:nvSpPr>
        <p:spPr>
          <a:xfrm>
            <a:off x="5647762" y="2709796"/>
            <a:ext cx="40161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I=0.01CV</a:t>
            </a:r>
          </a:p>
          <a:p>
            <a:endParaRPr lang="en-US" altLang="zh-CN" sz="20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20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=0.01</a:t>
            </a: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*</a:t>
            </a:r>
            <a:r>
              <a:rPr lang="en-US" altLang="zh-CN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100uF</a:t>
            </a: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*</a:t>
            </a:r>
            <a:r>
              <a:rPr lang="en-US" altLang="zh-CN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16V=</a:t>
            </a:r>
            <a:r>
              <a:rPr lang="en-US" altLang="zh-CN" sz="20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16uA</a:t>
            </a:r>
            <a:endParaRPr lang="zh-CN" altLang="en-US" sz="2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41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BB552A0-6314-4A72-B927-6D0272F02EC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679" y="374686"/>
            <a:ext cx="3949134" cy="404356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1D2C0A6-A81F-40F6-A880-283055A5C714}"/>
              </a:ext>
            </a:extLst>
          </p:cNvPr>
          <p:cNvSpPr/>
          <p:nvPr/>
        </p:nvSpPr>
        <p:spPr>
          <a:xfrm>
            <a:off x="1550544" y="547586"/>
            <a:ext cx="772357" cy="323417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1653F95-4ECA-4D2B-942D-A1E389C8D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764" y="1799687"/>
            <a:ext cx="5850886" cy="50424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6892DCE-60D9-4CF8-BC76-8A037C4B0052}"/>
              </a:ext>
            </a:extLst>
          </p:cNvPr>
          <p:cNvSpPr txBox="1"/>
          <p:nvPr/>
        </p:nvSpPr>
        <p:spPr>
          <a:xfrm>
            <a:off x="5647762" y="1086394"/>
            <a:ext cx="5031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红宝石</a:t>
            </a:r>
            <a:r>
              <a:rPr lang="en-US" altLang="zh-CN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100uF-16V</a:t>
            </a: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铝电解电容标准品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5062100-748B-434D-B271-CF646C1F1054}"/>
              </a:ext>
            </a:extLst>
          </p:cNvPr>
          <p:cNvSpPr txBox="1"/>
          <p:nvPr/>
        </p:nvSpPr>
        <p:spPr>
          <a:xfrm>
            <a:off x="5647762" y="2709796"/>
            <a:ext cx="40161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I=0.01CV</a:t>
            </a:r>
          </a:p>
          <a:p>
            <a:endParaRPr lang="en-US" altLang="zh-CN" sz="20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20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=0.01</a:t>
            </a: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*</a:t>
            </a:r>
            <a:r>
              <a:rPr lang="en-US" altLang="zh-CN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100uF</a:t>
            </a: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*</a:t>
            </a:r>
            <a:r>
              <a:rPr lang="en-US" altLang="zh-CN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16V=</a:t>
            </a:r>
            <a:r>
              <a:rPr lang="en-US" altLang="zh-CN" sz="20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16uA</a:t>
            </a:r>
            <a:endParaRPr lang="zh-CN" altLang="en-US" sz="2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8938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BB552A0-6314-4A72-B927-6D0272F02EC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679" y="374686"/>
            <a:ext cx="3949134" cy="404356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1D2C0A6-A81F-40F6-A880-283055A5C714}"/>
              </a:ext>
            </a:extLst>
          </p:cNvPr>
          <p:cNvSpPr/>
          <p:nvPr/>
        </p:nvSpPr>
        <p:spPr>
          <a:xfrm>
            <a:off x="1550544" y="547586"/>
            <a:ext cx="772357" cy="323417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527982D-740D-4E46-AFEC-B8097B50E2FD}"/>
              </a:ext>
            </a:extLst>
          </p:cNvPr>
          <p:cNvCxnSpPr/>
          <p:nvPr/>
        </p:nvCxnSpPr>
        <p:spPr>
          <a:xfrm>
            <a:off x="1802600" y="4040513"/>
            <a:ext cx="268246" cy="6633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51653F95-4ECA-4D2B-942D-A1E389C8D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764" y="1799687"/>
            <a:ext cx="5850886" cy="50424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6892DCE-60D9-4CF8-BC76-8A037C4B0052}"/>
              </a:ext>
            </a:extLst>
          </p:cNvPr>
          <p:cNvSpPr txBox="1"/>
          <p:nvPr/>
        </p:nvSpPr>
        <p:spPr>
          <a:xfrm>
            <a:off x="5647762" y="1086394"/>
            <a:ext cx="5031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红宝石</a:t>
            </a:r>
            <a:r>
              <a:rPr lang="en-US" altLang="zh-CN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100uF-16V</a:t>
            </a: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铝电解电容标准品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5062100-748B-434D-B271-CF646C1F1054}"/>
              </a:ext>
            </a:extLst>
          </p:cNvPr>
          <p:cNvSpPr txBox="1"/>
          <p:nvPr/>
        </p:nvSpPr>
        <p:spPr>
          <a:xfrm>
            <a:off x="5647762" y="2709796"/>
            <a:ext cx="40161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I=0.01CV</a:t>
            </a:r>
          </a:p>
          <a:p>
            <a:endParaRPr lang="en-US" altLang="zh-CN" sz="20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20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=0.01</a:t>
            </a: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*</a:t>
            </a:r>
            <a:r>
              <a:rPr lang="en-US" altLang="zh-CN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100uF</a:t>
            </a: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*</a:t>
            </a:r>
            <a:r>
              <a:rPr lang="en-US" altLang="zh-CN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16V=</a:t>
            </a:r>
            <a:r>
              <a:rPr lang="en-US" altLang="zh-CN" sz="20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16uA</a:t>
            </a:r>
            <a:endParaRPr lang="zh-CN" altLang="en-US" sz="2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2997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BB552A0-6314-4A72-B927-6D0272F02EC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679" y="374686"/>
            <a:ext cx="3949134" cy="404356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1D2C0A6-A81F-40F6-A880-283055A5C714}"/>
              </a:ext>
            </a:extLst>
          </p:cNvPr>
          <p:cNvSpPr/>
          <p:nvPr/>
        </p:nvSpPr>
        <p:spPr>
          <a:xfrm>
            <a:off x="1550544" y="547586"/>
            <a:ext cx="772357" cy="323417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527982D-740D-4E46-AFEC-B8097B50E2FD}"/>
              </a:ext>
            </a:extLst>
          </p:cNvPr>
          <p:cNvCxnSpPr/>
          <p:nvPr/>
        </p:nvCxnSpPr>
        <p:spPr>
          <a:xfrm>
            <a:off x="1802600" y="4040513"/>
            <a:ext cx="268246" cy="6633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119DB1C5-78C7-45A4-89C2-5AFCBDE4133C}"/>
              </a:ext>
            </a:extLst>
          </p:cNvPr>
          <p:cNvSpPr txBox="1"/>
          <p:nvPr/>
        </p:nvSpPr>
        <p:spPr>
          <a:xfrm>
            <a:off x="469263" y="4856301"/>
            <a:ext cx="5031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刚上电时漏电流会比较大，在一分钟后趋于稳定</a:t>
            </a:r>
            <a:endParaRPr lang="zh-CN" altLang="en-US" dirty="0">
              <a:solidFill>
                <a:srgbClr val="FFFF00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1653F95-4ECA-4D2B-942D-A1E389C8D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764" y="1799687"/>
            <a:ext cx="5850886" cy="50424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6892DCE-60D9-4CF8-BC76-8A037C4B0052}"/>
              </a:ext>
            </a:extLst>
          </p:cNvPr>
          <p:cNvSpPr txBox="1"/>
          <p:nvPr/>
        </p:nvSpPr>
        <p:spPr>
          <a:xfrm>
            <a:off x="5647762" y="1086394"/>
            <a:ext cx="5031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红宝石</a:t>
            </a:r>
            <a:r>
              <a:rPr lang="en-US" altLang="zh-CN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100uF-16V</a:t>
            </a: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铝电解电容标准品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5062100-748B-434D-B271-CF646C1F1054}"/>
              </a:ext>
            </a:extLst>
          </p:cNvPr>
          <p:cNvSpPr txBox="1"/>
          <p:nvPr/>
        </p:nvSpPr>
        <p:spPr>
          <a:xfrm>
            <a:off x="5647762" y="2709796"/>
            <a:ext cx="40161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I=0.01CV</a:t>
            </a:r>
          </a:p>
          <a:p>
            <a:endParaRPr lang="en-US" altLang="zh-CN" sz="20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 sz="20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=0.01</a:t>
            </a: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*</a:t>
            </a:r>
            <a:r>
              <a:rPr lang="en-US" altLang="zh-CN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100uF</a:t>
            </a:r>
            <a:r>
              <a:rPr lang="zh-CN" altLang="en-US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*</a:t>
            </a:r>
            <a:r>
              <a:rPr lang="en-US" altLang="zh-CN" sz="2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16V=</a:t>
            </a:r>
            <a:r>
              <a:rPr lang="en-US" altLang="zh-CN" sz="20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16uA</a:t>
            </a:r>
            <a:endParaRPr lang="zh-CN" altLang="en-US" sz="2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9639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5105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A40BF9B-5917-49B0-BACA-2C292124854B}"/>
              </a:ext>
            </a:extLst>
          </p:cNvPr>
          <p:cNvSpPr txBox="1"/>
          <p:nvPr/>
        </p:nvSpPr>
        <p:spPr>
          <a:xfrm>
            <a:off x="3220331" y="744625"/>
            <a:ext cx="5751339" cy="992772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最大纹波电流</a:t>
            </a:r>
            <a:endParaRPr lang="en-US" altLang="zh-CN" sz="44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71656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A40BF9B-5917-49B0-BACA-2C292124854B}"/>
              </a:ext>
            </a:extLst>
          </p:cNvPr>
          <p:cNvSpPr txBox="1"/>
          <p:nvPr/>
        </p:nvSpPr>
        <p:spPr>
          <a:xfrm>
            <a:off x="3220331" y="744625"/>
            <a:ext cx="5751339" cy="992772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最大纹波电流   </a:t>
            </a:r>
            <a:r>
              <a:rPr lang="zh-CN" altLang="en-US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有效值</a:t>
            </a:r>
            <a:r>
              <a:rPr lang="en-US" altLang="zh-CN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rms</a:t>
            </a:r>
            <a:endParaRPr lang="en-US" altLang="zh-CN" sz="44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46527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CA735DC-8876-4554-81BD-D5AC54441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686" y="1935822"/>
            <a:ext cx="8474629" cy="298635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A40BF9B-5917-49B0-BACA-2C292124854B}"/>
              </a:ext>
            </a:extLst>
          </p:cNvPr>
          <p:cNvSpPr txBox="1"/>
          <p:nvPr/>
        </p:nvSpPr>
        <p:spPr>
          <a:xfrm>
            <a:off x="3220331" y="744625"/>
            <a:ext cx="5751339" cy="992772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最大纹波电流   </a:t>
            </a:r>
            <a:r>
              <a:rPr lang="zh-CN" altLang="en-US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有效值</a:t>
            </a:r>
            <a:r>
              <a:rPr lang="en-US" altLang="zh-CN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rms</a:t>
            </a:r>
            <a:endParaRPr lang="en-US" altLang="zh-CN" sz="44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9979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CA735DC-8876-4554-81BD-D5AC54441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686" y="1935822"/>
            <a:ext cx="8474629" cy="298635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A40BF9B-5917-49B0-BACA-2C292124854B}"/>
              </a:ext>
            </a:extLst>
          </p:cNvPr>
          <p:cNvSpPr txBox="1"/>
          <p:nvPr/>
        </p:nvSpPr>
        <p:spPr>
          <a:xfrm>
            <a:off x="3220331" y="744625"/>
            <a:ext cx="5751339" cy="992772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最大纹波电流   </a:t>
            </a:r>
            <a:r>
              <a:rPr lang="zh-CN" altLang="en-US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有效值</a:t>
            </a:r>
            <a:r>
              <a:rPr lang="en-US" altLang="zh-CN" sz="28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rms</a:t>
            </a:r>
            <a:endParaRPr lang="en-US" altLang="zh-CN" sz="44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67BA626-5B6D-4538-828B-DCD6C6DA30B7}"/>
              </a:ext>
            </a:extLst>
          </p:cNvPr>
          <p:cNvSpPr txBox="1"/>
          <p:nvPr/>
        </p:nvSpPr>
        <p:spPr>
          <a:xfrm>
            <a:off x="3793072" y="5120603"/>
            <a:ext cx="4605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注：表格数据仅做示例（不同型号差异很大）</a:t>
            </a:r>
            <a:endParaRPr lang="zh-CN" alt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3374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79622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C10841C-AEE5-4A99-8DD5-735864B68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450" y="1187450"/>
            <a:ext cx="44831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3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1574</TotalTime>
  <Words>347</Words>
  <Application>Microsoft Office PowerPoint</Application>
  <PresentationFormat>宽屏</PresentationFormat>
  <Paragraphs>70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9" baseType="lpstr">
      <vt:lpstr>等线</vt:lpstr>
      <vt:lpstr>等线 Light</vt:lpstr>
      <vt:lpstr>微软雅黑 Light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170</cp:revision>
  <dcterms:created xsi:type="dcterms:W3CDTF">2020-06-10T12:57:46Z</dcterms:created>
  <dcterms:modified xsi:type="dcterms:W3CDTF">2020-07-20T14:37:41Z</dcterms:modified>
</cp:coreProperties>
</file>